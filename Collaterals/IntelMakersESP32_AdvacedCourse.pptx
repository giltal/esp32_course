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48" r:id="rId1"/>
    <p:sldMasterId id="2147483691" r:id="rId2"/>
  </p:sldMasterIdLst>
  <p:notesMasterIdLst>
    <p:notesMasterId r:id="rId64"/>
  </p:notesMasterIdLst>
  <p:handoutMasterIdLst>
    <p:handoutMasterId r:id="rId65"/>
  </p:handoutMasterIdLst>
  <p:sldIdLst>
    <p:sldId id="318" r:id="rId3"/>
    <p:sldId id="393" r:id="rId4"/>
    <p:sldId id="400" r:id="rId5"/>
    <p:sldId id="361" r:id="rId6"/>
    <p:sldId id="362" r:id="rId7"/>
    <p:sldId id="363" r:id="rId8"/>
    <p:sldId id="364" r:id="rId9"/>
    <p:sldId id="402" r:id="rId10"/>
    <p:sldId id="403" r:id="rId11"/>
    <p:sldId id="404" r:id="rId12"/>
    <p:sldId id="365" r:id="rId13"/>
    <p:sldId id="333" r:id="rId14"/>
    <p:sldId id="335" r:id="rId15"/>
    <p:sldId id="336" r:id="rId16"/>
    <p:sldId id="341" r:id="rId17"/>
    <p:sldId id="394" r:id="rId18"/>
    <p:sldId id="395" r:id="rId19"/>
    <p:sldId id="370" r:id="rId20"/>
    <p:sldId id="407" r:id="rId21"/>
    <p:sldId id="405" r:id="rId22"/>
    <p:sldId id="406" r:id="rId23"/>
    <p:sldId id="396" r:id="rId24"/>
    <p:sldId id="397" r:id="rId25"/>
    <p:sldId id="398" r:id="rId26"/>
    <p:sldId id="369" r:id="rId27"/>
    <p:sldId id="371" r:id="rId28"/>
    <p:sldId id="399" r:id="rId29"/>
    <p:sldId id="352" r:id="rId30"/>
    <p:sldId id="379" r:id="rId31"/>
    <p:sldId id="353" r:id="rId32"/>
    <p:sldId id="380" r:id="rId33"/>
    <p:sldId id="354" r:id="rId34"/>
    <p:sldId id="355" r:id="rId35"/>
    <p:sldId id="356" r:id="rId36"/>
    <p:sldId id="357" r:id="rId37"/>
    <p:sldId id="358" r:id="rId38"/>
    <p:sldId id="359" r:id="rId39"/>
    <p:sldId id="373" r:id="rId40"/>
    <p:sldId id="374" r:id="rId41"/>
    <p:sldId id="360" r:id="rId42"/>
    <p:sldId id="375" r:id="rId43"/>
    <p:sldId id="376" r:id="rId44"/>
    <p:sldId id="367" r:id="rId45"/>
    <p:sldId id="377" r:id="rId46"/>
    <p:sldId id="378" r:id="rId47"/>
    <p:sldId id="366" r:id="rId48"/>
    <p:sldId id="368" r:id="rId49"/>
    <p:sldId id="381" r:id="rId50"/>
    <p:sldId id="388" r:id="rId51"/>
    <p:sldId id="382" r:id="rId52"/>
    <p:sldId id="383" r:id="rId53"/>
    <p:sldId id="389" r:id="rId54"/>
    <p:sldId id="390" r:id="rId55"/>
    <p:sldId id="391" r:id="rId56"/>
    <p:sldId id="392" r:id="rId57"/>
    <p:sldId id="384" r:id="rId58"/>
    <p:sldId id="385" r:id="rId59"/>
    <p:sldId id="386" r:id="rId60"/>
    <p:sldId id="387" r:id="rId61"/>
    <p:sldId id="401" r:id="rId62"/>
    <p:sldId id="294" r:id="rId6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6" orient="horz" pos="1620" userDrawn="1">
          <p15:clr>
            <a:srgbClr val="A4A3A4"/>
          </p15:clr>
        </p15:guide>
        <p15:guide id="7" pos="5470">
          <p15:clr>
            <a:srgbClr val="A4A3A4"/>
          </p15:clr>
        </p15:guide>
        <p15:guide id="8" pos="28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CE3E"/>
    <a:srgbClr val="0071C5"/>
    <a:srgbClr val="F83308"/>
    <a:srgbClr val="FD9208"/>
    <a:srgbClr val="009FDF"/>
    <a:srgbClr val="F3D54E"/>
    <a:srgbClr val="003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54" autoAdjust="0"/>
    <p:restoredTop sz="94634" autoAdjust="0"/>
  </p:normalViewPr>
  <p:slideViewPr>
    <p:cSldViewPr snapToGrid="0">
      <p:cViewPr varScale="1">
        <p:scale>
          <a:sx n="132" d="100"/>
          <a:sy n="132" d="100"/>
        </p:scale>
        <p:origin x="1852" y="64"/>
      </p:cViewPr>
      <p:guideLst>
        <p:guide orient="horz" pos="1620"/>
        <p:guide pos="5470"/>
        <p:guide pos="2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6" d="100"/>
        <a:sy n="86" d="100"/>
      </p:scale>
      <p:origin x="0" y="0"/>
    </p:cViewPr>
  </p:sorterViewPr>
  <p:notesViewPr>
    <p:cSldViewPr snapToGrid="0" showGuides="1">
      <p:cViewPr varScale="1">
        <p:scale>
          <a:sx n="63" d="100"/>
          <a:sy n="63" d="100"/>
        </p:scale>
        <p:origin x="2285" y="53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commentAuthors" Target="commentAuthor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notesMaster" Target="notesMasters/notesMaster1.xml"/><Relationship Id="rId69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diagrams/_rels/data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w3schools.com/" TargetMode="External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svg"/><Relationship Id="rId1" Type="http://schemas.openxmlformats.org/officeDocument/2006/relationships/image" Target="../media/image45.png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image" Target="../media/image48.svg"/></Relationships>
</file>

<file path=ppt/diagrams/_rels/drawing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w3schools.com/" TargetMode="External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svg"/><Relationship Id="rId1" Type="http://schemas.openxmlformats.org/officeDocument/2006/relationships/image" Target="../media/image45.png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image" Target="../media/image4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F8A4CA6-56C8-4C61-BDEB-A415084A1999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FDA0250C-F447-4202-A0DD-712CC32AF5A9}">
      <dgm:prSet/>
      <dgm:spPr/>
      <dgm:t>
        <a:bodyPr/>
        <a:lstStyle/>
        <a:p>
          <a:r>
            <a:rPr lang="en-US"/>
            <a:t>What is the ESP32 (main features)</a:t>
          </a:r>
        </a:p>
      </dgm:t>
    </dgm:pt>
    <dgm:pt modelId="{98375CB1-69C5-4EC5-951F-3AA013F75F26}" type="parTrans" cxnId="{2694B733-1CAB-4122-BBC5-0C6E859EDF9E}">
      <dgm:prSet/>
      <dgm:spPr/>
      <dgm:t>
        <a:bodyPr/>
        <a:lstStyle/>
        <a:p>
          <a:endParaRPr lang="en-US"/>
        </a:p>
      </dgm:t>
    </dgm:pt>
    <dgm:pt modelId="{88E4FA4C-6FB4-4A20-A840-3A2BE8FDC1F4}" type="sibTrans" cxnId="{2694B733-1CAB-4122-BBC5-0C6E859EDF9E}">
      <dgm:prSet/>
      <dgm:spPr/>
      <dgm:t>
        <a:bodyPr/>
        <a:lstStyle/>
        <a:p>
          <a:endParaRPr lang="en-US"/>
        </a:p>
      </dgm:t>
    </dgm:pt>
    <dgm:pt modelId="{278B3B4A-AA78-444A-A046-3665B7BFD349}">
      <dgm:prSet/>
      <dgm:spPr/>
      <dgm:t>
        <a:bodyPr/>
        <a:lstStyle/>
        <a:p>
          <a:r>
            <a:rPr lang="en-US"/>
            <a:t>The ESP32 family of devices</a:t>
          </a:r>
        </a:p>
      </dgm:t>
    </dgm:pt>
    <dgm:pt modelId="{F183F2B9-9AEF-461A-BBD9-0D425F1B26E5}" type="parTrans" cxnId="{26A4DC66-7D39-427C-836E-1A5EDAE4C2C7}">
      <dgm:prSet/>
      <dgm:spPr/>
      <dgm:t>
        <a:bodyPr/>
        <a:lstStyle/>
        <a:p>
          <a:endParaRPr lang="en-US"/>
        </a:p>
      </dgm:t>
    </dgm:pt>
    <dgm:pt modelId="{008B185E-1218-4F96-B7E1-3B9591F9EAB2}" type="sibTrans" cxnId="{26A4DC66-7D39-427C-836E-1A5EDAE4C2C7}">
      <dgm:prSet/>
      <dgm:spPr/>
      <dgm:t>
        <a:bodyPr/>
        <a:lstStyle/>
        <a:p>
          <a:endParaRPr lang="en-US"/>
        </a:p>
      </dgm:t>
    </dgm:pt>
    <dgm:pt modelId="{A4CCBB56-1C6E-4FE2-B434-3FE59E04C0C0}">
      <dgm:prSet/>
      <dgm:spPr/>
      <dgm:t>
        <a:bodyPr/>
        <a:lstStyle/>
        <a:p>
          <a:r>
            <a:rPr lang="en-US"/>
            <a:t>Cool projects</a:t>
          </a:r>
        </a:p>
      </dgm:t>
    </dgm:pt>
    <dgm:pt modelId="{0B566148-DA72-4FCF-8B86-728C1E3CE579}" type="parTrans" cxnId="{3CD2D865-96B1-42C3-923F-9007756583D2}">
      <dgm:prSet/>
      <dgm:spPr/>
      <dgm:t>
        <a:bodyPr/>
        <a:lstStyle/>
        <a:p>
          <a:endParaRPr lang="en-US"/>
        </a:p>
      </dgm:t>
    </dgm:pt>
    <dgm:pt modelId="{37C65E3F-5CE9-495C-B622-0943B7685E8B}" type="sibTrans" cxnId="{3CD2D865-96B1-42C3-923F-9007756583D2}">
      <dgm:prSet/>
      <dgm:spPr/>
      <dgm:t>
        <a:bodyPr/>
        <a:lstStyle/>
        <a:p>
          <a:endParaRPr lang="en-US"/>
        </a:p>
      </dgm:t>
    </dgm:pt>
    <dgm:pt modelId="{179F64A9-BFA2-4EF1-B3FA-A51CA179AFB5}">
      <dgm:prSet/>
      <dgm:spPr/>
      <dgm:t>
        <a:bodyPr/>
        <a:lstStyle/>
        <a:p>
          <a:r>
            <a:rPr lang="en-US"/>
            <a:t>Device driver</a:t>
          </a:r>
        </a:p>
      </dgm:t>
    </dgm:pt>
    <dgm:pt modelId="{F4AA6D43-1B95-4546-992E-F7B1BF4F1D4D}" type="parTrans" cxnId="{DEDD1D9B-E8BC-46E6-8CB8-8261AEFA5FF2}">
      <dgm:prSet/>
      <dgm:spPr/>
      <dgm:t>
        <a:bodyPr/>
        <a:lstStyle/>
        <a:p>
          <a:endParaRPr lang="en-US"/>
        </a:p>
      </dgm:t>
    </dgm:pt>
    <dgm:pt modelId="{E15EE26C-3035-4572-A227-4DF69C6E6A80}" type="sibTrans" cxnId="{DEDD1D9B-E8BC-46E6-8CB8-8261AEFA5FF2}">
      <dgm:prSet/>
      <dgm:spPr/>
      <dgm:t>
        <a:bodyPr/>
        <a:lstStyle/>
        <a:p>
          <a:endParaRPr lang="en-US"/>
        </a:p>
      </dgm:t>
    </dgm:pt>
    <dgm:pt modelId="{9BD26276-DE29-4489-8624-27032EBC5E3B}">
      <dgm:prSet/>
      <dgm:spPr/>
      <dgm:t>
        <a:bodyPr/>
        <a:lstStyle/>
        <a:p>
          <a:r>
            <a:rPr lang="en-US"/>
            <a:t>Communication protocols</a:t>
          </a:r>
        </a:p>
      </dgm:t>
    </dgm:pt>
    <dgm:pt modelId="{859124AB-1998-4828-ACD4-348E6D83C9FE}" type="parTrans" cxnId="{9A8C8786-AADB-4A14-84AD-7B213292677E}">
      <dgm:prSet/>
      <dgm:spPr/>
      <dgm:t>
        <a:bodyPr/>
        <a:lstStyle/>
        <a:p>
          <a:endParaRPr lang="en-US"/>
        </a:p>
      </dgm:t>
    </dgm:pt>
    <dgm:pt modelId="{6F33DD79-6DD9-4F7B-A528-1637AC1699D9}" type="sibTrans" cxnId="{9A8C8786-AADB-4A14-84AD-7B213292677E}">
      <dgm:prSet/>
      <dgm:spPr/>
      <dgm:t>
        <a:bodyPr/>
        <a:lstStyle/>
        <a:p>
          <a:endParaRPr lang="en-US"/>
        </a:p>
      </dgm:t>
    </dgm:pt>
    <dgm:pt modelId="{CB1DB436-6435-4A55-823E-16C0ADE8C005}">
      <dgm:prSet/>
      <dgm:spPr/>
      <dgm:t>
        <a:bodyPr/>
        <a:lstStyle/>
        <a:p>
          <a:r>
            <a:rPr lang="en-US"/>
            <a:t>Advanced topics (Dual CPU – Multi Tasks, Queues)</a:t>
          </a:r>
        </a:p>
      </dgm:t>
    </dgm:pt>
    <dgm:pt modelId="{807715B7-CC23-498C-8BF3-427D0ED2C8C6}" type="parTrans" cxnId="{7503C8E7-166A-4553-99A5-B5F764C6440C}">
      <dgm:prSet/>
      <dgm:spPr/>
      <dgm:t>
        <a:bodyPr/>
        <a:lstStyle/>
        <a:p>
          <a:endParaRPr lang="en-US"/>
        </a:p>
      </dgm:t>
    </dgm:pt>
    <dgm:pt modelId="{6C77921B-87E9-4936-9C9F-A0B756335CB6}" type="sibTrans" cxnId="{7503C8E7-166A-4553-99A5-B5F764C6440C}">
      <dgm:prSet/>
      <dgm:spPr/>
      <dgm:t>
        <a:bodyPr/>
        <a:lstStyle/>
        <a:p>
          <a:endParaRPr lang="en-US"/>
        </a:p>
      </dgm:t>
    </dgm:pt>
    <dgm:pt modelId="{E8ED3F2A-EB9F-4146-8D2F-BE33C0634ACE}">
      <dgm:prSet/>
      <dgm:spPr/>
      <dgm:t>
        <a:bodyPr/>
        <a:lstStyle/>
        <a:p>
          <a:r>
            <a:rPr lang="en-US"/>
            <a:t>EEPROM and file system</a:t>
          </a:r>
        </a:p>
      </dgm:t>
    </dgm:pt>
    <dgm:pt modelId="{60AAE2A2-CCE3-4654-BA5F-C9C832F7ADA9}" type="parTrans" cxnId="{611A3A2D-C049-423E-B83E-AF540B35D5A2}">
      <dgm:prSet/>
      <dgm:spPr/>
      <dgm:t>
        <a:bodyPr/>
        <a:lstStyle/>
        <a:p>
          <a:endParaRPr lang="en-US"/>
        </a:p>
      </dgm:t>
    </dgm:pt>
    <dgm:pt modelId="{E85ACCF9-7997-4F93-8DEE-A265F91098F7}" type="sibTrans" cxnId="{611A3A2D-C049-423E-B83E-AF540B35D5A2}">
      <dgm:prSet/>
      <dgm:spPr/>
      <dgm:t>
        <a:bodyPr/>
        <a:lstStyle/>
        <a:p>
          <a:endParaRPr lang="en-US"/>
        </a:p>
      </dgm:t>
    </dgm:pt>
    <dgm:pt modelId="{2B597BA4-768D-4EA0-AD8E-FCA70FEB6670}">
      <dgm:prSet/>
      <dgm:spPr/>
      <dgm:t>
        <a:bodyPr/>
        <a:lstStyle/>
        <a:p>
          <a:r>
            <a:rPr lang="en-US"/>
            <a:t>OTA (Over The Air update)</a:t>
          </a:r>
        </a:p>
      </dgm:t>
    </dgm:pt>
    <dgm:pt modelId="{34EBAC7E-674C-4981-A9AC-65E92AB54D7A}" type="parTrans" cxnId="{C560A661-7C59-458F-8D1A-6CC3C99500A7}">
      <dgm:prSet/>
      <dgm:spPr/>
      <dgm:t>
        <a:bodyPr/>
        <a:lstStyle/>
        <a:p>
          <a:endParaRPr lang="en-US"/>
        </a:p>
      </dgm:t>
    </dgm:pt>
    <dgm:pt modelId="{4D0EEA98-3CC2-4434-8219-19E4A1ECEF5F}" type="sibTrans" cxnId="{C560A661-7C59-458F-8D1A-6CC3C99500A7}">
      <dgm:prSet/>
      <dgm:spPr/>
      <dgm:t>
        <a:bodyPr/>
        <a:lstStyle/>
        <a:p>
          <a:endParaRPr lang="en-US"/>
        </a:p>
      </dgm:t>
    </dgm:pt>
    <dgm:pt modelId="{83C3AF34-6D7A-498A-BE9B-655AC840AB03}">
      <dgm:prSet/>
      <dgm:spPr/>
      <dgm:t>
        <a:bodyPr/>
        <a:lstStyle/>
        <a:p>
          <a:r>
            <a:rPr lang="en-US"/>
            <a:t>Useful information</a:t>
          </a:r>
        </a:p>
      </dgm:t>
    </dgm:pt>
    <dgm:pt modelId="{E77CB27C-F649-4CA5-933E-82627D7379E6}" type="parTrans" cxnId="{354D5A46-50D4-495D-806A-70776944DC34}">
      <dgm:prSet/>
      <dgm:spPr/>
      <dgm:t>
        <a:bodyPr/>
        <a:lstStyle/>
        <a:p>
          <a:endParaRPr lang="en-US"/>
        </a:p>
      </dgm:t>
    </dgm:pt>
    <dgm:pt modelId="{1C84858A-7928-47DB-AEF9-DFE201D7E41D}" type="sibTrans" cxnId="{354D5A46-50D4-495D-806A-70776944DC34}">
      <dgm:prSet/>
      <dgm:spPr/>
      <dgm:t>
        <a:bodyPr/>
        <a:lstStyle/>
        <a:p>
          <a:endParaRPr lang="en-US"/>
        </a:p>
      </dgm:t>
    </dgm:pt>
    <dgm:pt modelId="{01B8A984-6BDB-434D-802A-F32CE3146916}" type="pres">
      <dgm:prSet presAssocID="{4F8A4CA6-56C8-4C61-BDEB-A415084A1999}" presName="vert0" presStyleCnt="0">
        <dgm:presLayoutVars>
          <dgm:dir/>
          <dgm:animOne val="branch"/>
          <dgm:animLvl val="lvl"/>
        </dgm:presLayoutVars>
      </dgm:prSet>
      <dgm:spPr/>
    </dgm:pt>
    <dgm:pt modelId="{BCA366CF-D16C-460F-BA12-FE969B31F859}" type="pres">
      <dgm:prSet presAssocID="{FDA0250C-F447-4202-A0DD-712CC32AF5A9}" presName="thickLine" presStyleLbl="alignNode1" presStyleIdx="0" presStyleCnt="9"/>
      <dgm:spPr/>
    </dgm:pt>
    <dgm:pt modelId="{519EC17A-9CFD-4D95-893C-0B95CAE190BA}" type="pres">
      <dgm:prSet presAssocID="{FDA0250C-F447-4202-A0DD-712CC32AF5A9}" presName="horz1" presStyleCnt="0"/>
      <dgm:spPr/>
    </dgm:pt>
    <dgm:pt modelId="{0DE59721-66E7-4A50-BE6F-E39EA1C7EFFC}" type="pres">
      <dgm:prSet presAssocID="{FDA0250C-F447-4202-A0DD-712CC32AF5A9}" presName="tx1" presStyleLbl="revTx" presStyleIdx="0" presStyleCnt="9"/>
      <dgm:spPr/>
    </dgm:pt>
    <dgm:pt modelId="{890DDB3F-FF16-42F4-A9CE-17DB04DA0D56}" type="pres">
      <dgm:prSet presAssocID="{FDA0250C-F447-4202-A0DD-712CC32AF5A9}" presName="vert1" presStyleCnt="0"/>
      <dgm:spPr/>
    </dgm:pt>
    <dgm:pt modelId="{2CED1482-B512-4276-8D78-6EC38D6B3829}" type="pres">
      <dgm:prSet presAssocID="{278B3B4A-AA78-444A-A046-3665B7BFD349}" presName="thickLine" presStyleLbl="alignNode1" presStyleIdx="1" presStyleCnt="9"/>
      <dgm:spPr/>
    </dgm:pt>
    <dgm:pt modelId="{6481810A-D60D-445A-87E4-46E0A29A112C}" type="pres">
      <dgm:prSet presAssocID="{278B3B4A-AA78-444A-A046-3665B7BFD349}" presName="horz1" presStyleCnt="0"/>
      <dgm:spPr/>
    </dgm:pt>
    <dgm:pt modelId="{838911A5-0E85-4E21-95D3-3141F1019C6A}" type="pres">
      <dgm:prSet presAssocID="{278B3B4A-AA78-444A-A046-3665B7BFD349}" presName="tx1" presStyleLbl="revTx" presStyleIdx="1" presStyleCnt="9"/>
      <dgm:spPr/>
    </dgm:pt>
    <dgm:pt modelId="{5D3639BD-B036-4BF0-B950-5E4722D898E0}" type="pres">
      <dgm:prSet presAssocID="{278B3B4A-AA78-444A-A046-3665B7BFD349}" presName="vert1" presStyleCnt="0"/>
      <dgm:spPr/>
    </dgm:pt>
    <dgm:pt modelId="{E66AB7D4-8C96-40CA-9D99-634A35DD9312}" type="pres">
      <dgm:prSet presAssocID="{A4CCBB56-1C6E-4FE2-B434-3FE59E04C0C0}" presName="thickLine" presStyleLbl="alignNode1" presStyleIdx="2" presStyleCnt="9"/>
      <dgm:spPr/>
    </dgm:pt>
    <dgm:pt modelId="{2F365D41-322F-401F-9DC5-6910FC6DC604}" type="pres">
      <dgm:prSet presAssocID="{A4CCBB56-1C6E-4FE2-B434-3FE59E04C0C0}" presName="horz1" presStyleCnt="0"/>
      <dgm:spPr/>
    </dgm:pt>
    <dgm:pt modelId="{2AEF66CF-9F17-47B4-9C2C-B16227CA2C87}" type="pres">
      <dgm:prSet presAssocID="{A4CCBB56-1C6E-4FE2-B434-3FE59E04C0C0}" presName="tx1" presStyleLbl="revTx" presStyleIdx="2" presStyleCnt="9"/>
      <dgm:spPr/>
    </dgm:pt>
    <dgm:pt modelId="{070FA22F-9A9A-4DCD-9A2C-5BF3CC649DDE}" type="pres">
      <dgm:prSet presAssocID="{A4CCBB56-1C6E-4FE2-B434-3FE59E04C0C0}" presName="vert1" presStyleCnt="0"/>
      <dgm:spPr/>
    </dgm:pt>
    <dgm:pt modelId="{5257164F-0910-4D74-B021-5810C7069162}" type="pres">
      <dgm:prSet presAssocID="{179F64A9-BFA2-4EF1-B3FA-A51CA179AFB5}" presName="thickLine" presStyleLbl="alignNode1" presStyleIdx="3" presStyleCnt="9"/>
      <dgm:spPr/>
    </dgm:pt>
    <dgm:pt modelId="{75FE749B-4012-430A-BEB8-F1A6BBBAFCE1}" type="pres">
      <dgm:prSet presAssocID="{179F64A9-BFA2-4EF1-B3FA-A51CA179AFB5}" presName="horz1" presStyleCnt="0"/>
      <dgm:spPr/>
    </dgm:pt>
    <dgm:pt modelId="{F28FB55F-C8EF-4347-BC61-6C1DC1E55E5A}" type="pres">
      <dgm:prSet presAssocID="{179F64A9-BFA2-4EF1-B3FA-A51CA179AFB5}" presName="tx1" presStyleLbl="revTx" presStyleIdx="3" presStyleCnt="9"/>
      <dgm:spPr/>
    </dgm:pt>
    <dgm:pt modelId="{3F954A8A-9774-4F81-B430-FECD3EC4C7A5}" type="pres">
      <dgm:prSet presAssocID="{179F64A9-BFA2-4EF1-B3FA-A51CA179AFB5}" presName="vert1" presStyleCnt="0"/>
      <dgm:spPr/>
    </dgm:pt>
    <dgm:pt modelId="{7374E5BC-F6F0-4E2B-A306-E162433F7A9C}" type="pres">
      <dgm:prSet presAssocID="{9BD26276-DE29-4489-8624-27032EBC5E3B}" presName="thickLine" presStyleLbl="alignNode1" presStyleIdx="4" presStyleCnt="9"/>
      <dgm:spPr/>
    </dgm:pt>
    <dgm:pt modelId="{7F7A6129-FE3E-4286-9D51-7F1864A32BF5}" type="pres">
      <dgm:prSet presAssocID="{9BD26276-DE29-4489-8624-27032EBC5E3B}" presName="horz1" presStyleCnt="0"/>
      <dgm:spPr/>
    </dgm:pt>
    <dgm:pt modelId="{82844567-0D24-427E-9835-F08F2B2CF459}" type="pres">
      <dgm:prSet presAssocID="{9BD26276-DE29-4489-8624-27032EBC5E3B}" presName="tx1" presStyleLbl="revTx" presStyleIdx="4" presStyleCnt="9"/>
      <dgm:spPr/>
    </dgm:pt>
    <dgm:pt modelId="{8E0B28F5-5D15-48D7-BB45-563853A22083}" type="pres">
      <dgm:prSet presAssocID="{9BD26276-DE29-4489-8624-27032EBC5E3B}" presName="vert1" presStyleCnt="0"/>
      <dgm:spPr/>
    </dgm:pt>
    <dgm:pt modelId="{E9B12C47-1129-49DC-B817-95BD381E92EE}" type="pres">
      <dgm:prSet presAssocID="{CB1DB436-6435-4A55-823E-16C0ADE8C005}" presName="thickLine" presStyleLbl="alignNode1" presStyleIdx="5" presStyleCnt="9"/>
      <dgm:spPr/>
    </dgm:pt>
    <dgm:pt modelId="{8AF3E94B-F04B-4AFB-90DF-04D3E61F2F23}" type="pres">
      <dgm:prSet presAssocID="{CB1DB436-6435-4A55-823E-16C0ADE8C005}" presName="horz1" presStyleCnt="0"/>
      <dgm:spPr/>
    </dgm:pt>
    <dgm:pt modelId="{51991380-D410-4018-9156-107357531E53}" type="pres">
      <dgm:prSet presAssocID="{CB1DB436-6435-4A55-823E-16C0ADE8C005}" presName="tx1" presStyleLbl="revTx" presStyleIdx="5" presStyleCnt="9"/>
      <dgm:spPr/>
    </dgm:pt>
    <dgm:pt modelId="{876613FD-0DEC-42B5-9C93-0F1F0378BC78}" type="pres">
      <dgm:prSet presAssocID="{CB1DB436-6435-4A55-823E-16C0ADE8C005}" presName="vert1" presStyleCnt="0"/>
      <dgm:spPr/>
    </dgm:pt>
    <dgm:pt modelId="{AE5F06DC-A37A-4CF8-82D2-73DB5C3186D2}" type="pres">
      <dgm:prSet presAssocID="{E8ED3F2A-EB9F-4146-8D2F-BE33C0634ACE}" presName="thickLine" presStyleLbl="alignNode1" presStyleIdx="6" presStyleCnt="9"/>
      <dgm:spPr/>
    </dgm:pt>
    <dgm:pt modelId="{93D1D9F4-891E-4247-9AD5-1EAD6499EB77}" type="pres">
      <dgm:prSet presAssocID="{E8ED3F2A-EB9F-4146-8D2F-BE33C0634ACE}" presName="horz1" presStyleCnt="0"/>
      <dgm:spPr/>
    </dgm:pt>
    <dgm:pt modelId="{92798A75-6E59-4761-9E30-C8211A90973F}" type="pres">
      <dgm:prSet presAssocID="{E8ED3F2A-EB9F-4146-8D2F-BE33C0634ACE}" presName="tx1" presStyleLbl="revTx" presStyleIdx="6" presStyleCnt="9"/>
      <dgm:spPr/>
    </dgm:pt>
    <dgm:pt modelId="{29432E2A-2F16-4A38-B9E2-5C4B946FD4AB}" type="pres">
      <dgm:prSet presAssocID="{E8ED3F2A-EB9F-4146-8D2F-BE33C0634ACE}" presName="vert1" presStyleCnt="0"/>
      <dgm:spPr/>
    </dgm:pt>
    <dgm:pt modelId="{BC0B6162-8070-4985-9A71-1AD53125FB39}" type="pres">
      <dgm:prSet presAssocID="{2B597BA4-768D-4EA0-AD8E-FCA70FEB6670}" presName="thickLine" presStyleLbl="alignNode1" presStyleIdx="7" presStyleCnt="9"/>
      <dgm:spPr/>
    </dgm:pt>
    <dgm:pt modelId="{87835A44-2513-47F1-B8DD-6E4681089B59}" type="pres">
      <dgm:prSet presAssocID="{2B597BA4-768D-4EA0-AD8E-FCA70FEB6670}" presName="horz1" presStyleCnt="0"/>
      <dgm:spPr/>
    </dgm:pt>
    <dgm:pt modelId="{15CEB7B2-7F80-46A9-BB19-531834A1F249}" type="pres">
      <dgm:prSet presAssocID="{2B597BA4-768D-4EA0-AD8E-FCA70FEB6670}" presName="tx1" presStyleLbl="revTx" presStyleIdx="7" presStyleCnt="9"/>
      <dgm:spPr/>
    </dgm:pt>
    <dgm:pt modelId="{C58FF540-EA3F-4147-AA38-78F9200AE71B}" type="pres">
      <dgm:prSet presAssocID="{2B597BA4-768D-4EA0-AD8E-FCA70FEB6670}" presName="vert1" presStyleCnt="0"/>
      <dgm:spPr/>
    </dgm:pt>
    <dgm:pt modelId="{E6C0C340-22F1-4539-8041-8469E7FAF50F}" type="pres">
      <dgm:prSet presAssocID="{83C3AF34-6D7A-498A-BE9B-655AC840AB03}" presName="thickLine" presStyleLbl="alignNode1" presStyleIdx="8" presStyleCnt="9"/>
      <dgm:spPr/>
    </dgm:pt>
    <dgm:pt modelId="{DBDD17D2-F5CC-4CDA-BFCF-F09AB8862D67}" type="pres">
      <dgm:prSet presAssocID="{83C3AF34-6D7A-498A-BE9B-655AC840AB03}" presName="horz1" presStyleCnt="0"/>
      <dgm:spPr/>
    </dgm:pt>
    <dgm:pt modelId="{8B3FBE7D-5005-49B0-8713-19CEDBD9DF28}" type="pres">
      <dgm:prSet presAssocID="{83C3AF34-6D7A-498A-BE9B-655AC840AB03}" presName="tx1" presStyleLbl="revTx" presStyleIdx="8" presStyleCnt="9"/>
      <dgm:spPr/>
    </dgm:pt>
    <dgm:pt modelId="{3C771A3B-066A-4024-8D31-4998479F6352}" type="pres">
      <dgm:prSet presAssocID="{83C3AF34-6D7A-498A-BE9B-655AC840AB03}" presName="vert1" presStyleCnt="0"/>
      <dgm:spPr/>
    </dgm:pt>
  </dgm:ptLst>
  <dgm:cxnLst>
    <dgm:cxn modelId="{A194D903-C46C-4EB2-97C0-90D630775017}" type="presOf" srcId="{FDA0250C-F447-4202-A0DD-712CC32AF5A9}" destId="{0DE59721-66E7-4A50-BE6F-E39EA1C7EFFC}" srcOrd="0" destOrd="0" presId="urn:microsoft.com/office/officeart/2008/layout/LinedList"/>
    <dgm:cxn modelId="{A1318827-F108-45BA-BC71-8BF7276736A2}" type="presOf" srcId="{278B3B4A-AA78-444A-A046-3665B7BFD349}" destId="{838911A5-0E85-4E21-95D3-3141F1019C6A}" srcOrd="0" destOrd="0" presId="urn:microsoft.com/office/officeart/2008/layout/LinedList"/>
    <dgm:cxn modelId="{611A3A2D-C049-423E-B83E-AF540B35D5A2}" srcId="{4F8A4CA6-56C8-4C61-BDEB-A415084A1999}" destId="{E8ED3F2A-EB9F-4146-8D2F-BE33C0634ACE}" srcOrd="6" destOrd="0" parTransId="{60AAE2A2-CCE3-4654-BA5F-C9C832F7ADA9}" sibTransId="{E85ACCF9-7997-4F93-8DEE-A265F91098F7}"/>
    <dgm:cxn modelId="{AE66E632-D9A3-4986-8BF1-8197FD751DBF}" type="presOf" srcId="{E8ED3F2A-EB9F-4146-8D2F-BE33C0634ACE}" destId="{92798A75-6E59-4761-9E30-C8211A90973F}" srcOrd="0" destOrd="0" presId="urn:microsoft.com/office/officeart/2008/layout/LinedList"/>
    <dgm:cxn modelId="{2694B733-1CAB-4122-BBC5-0C6E859EDF9E}" srcId="{4F8A4CA6-56C8-4C61-BDEB-A415084A1999}" destId="{FDA0250C-F447-4202-A0DD-712CC32AF5A9}" srcOrd="0" destOrd="0" parTransId="{98375CB1-69C5-4EC5-951F-3AA013F75F26}" sibTransId="{88E4FA4C-6FB4-4A20-A840-3A2BE8FDC1F4}"/>
    <dgm:cxn modelId="{4538A036-A525-4822-8AAB-764532D16039}" type="presOf" srcId="{4F8A4CA6-56C8-4C61-BDEB-A415084A1999}" destId="{01B8A984-6BDB-434D-802A-F32CE3146916}" srcOrd="0" destOrd="0" presId="urn:microsoft.com/office/officeart/2008/layout/LinedList"/>
    <dgm:cxn modelId="{C560A661-7C59-458F-8D1A-6CC3C99500A7}" srcId="{4F8A4CA6-56C8-4C61-BDEB-A415084A1999}" destId="{2B597BA4-768D-4EA0-AD8E-FCA70FEB6670}" srcOrd="7" destOrd="0" parTransId="{34EBAC7E-674C-4981-A9AC-65E92AB54D7A}" sibTransId="{4D0EEA98-3CC2-4434-8219-19E4A1ECEF5F}"/>
    <dgm:cxn modelId="{3CD2D865-96B1-42C3-923F-9007756583D2}" srcId="{4F8A4CA6-56C8-4C61-BDEB-A415084A1999}" destId="{A4CCBB56-1C6E-4FE2-B434-3FE59E04C0C0}" srcOrd="2" destOrd="0" parTransId="{0B566148-DA72-4FCF-8B86-728C1E3CE579}" sibTransId="{37C65E3F-5CE9-495C-B622-0943B7685E8B}"/>
    <dgm:cxn modelId="{354D5A46-50D4-495D-806A-70776944DC34}" srcId="{4F8A4CA6-56C8-4C61-BDEB-A415084A1999}" destId="{83C3AF34-6D7A-498A-BE9B-655AC840AB03}" srcOrd="8" destOrd="0" parTransId="{E77CB27C-F649-4CA5-933E-82627D7379E6}" sibTransId="{1C84858A-7928-47DB-AEF9-DFE201D7E41D}"/>
    <dgm:cxn modelId="{26A4DC66-7D39-427C-836E-1A5EDAE4C2C7}" srcId="{4F8A4CA6-56C8-4C61-BDEB-A415084A1999}" destId="{278B3B4A-AA78-444A-A046-3665B7BFD349}" srcOrd="1" destOrd="0" parTransId="{F183F2B9-9AEF-461A-BBD9-0D425F1B26E5}" sibTransId="{008B185E-1218-4F96-B7E1-3B9591F9EAB2}"/>
    <dgm:cxn modelId="{BC8D4A48-8A03-4E24-AECD-FFBBAC08944B}" type="presOf" srcId="{179F64A9-BFA2-4EF1-B3FA-A51CA179AFB5}" destId="{F28FB55F-C8EF-4347-BC61-6C1DC1E55E5A}" srcOrd="0" destOrd="0" presId="urn:microsoft.com/office/officeart/2008/layout/LinedList"/>
    <dgm:cxn modelId="{9A8C8786-AADB-4A14-84AD-7B213292677E}" srcId="{4F8A4CA6-56C8-4C61-BDEB-A415084A1999}" destId="{9BD26276-DE29-4489-8624-27032EBC5E3B}" srcOrd="4" destOrd="0" parTransId="{859124AB-1998-4828-ACD4-348E6D83C9FE}" sibTransId="{6F33DD79-6DD9-4F7B-A528-1637AC1699D9}"/>
    <dgm:cxn modelId="{731B8690-DE0E-4D04-A203-866CFE741C06}" type="presOf" srcId="{2B597BA4-768D-4EA0-AD8E-FCA70FEB6670}" destId="{15CEB7B2-7F80-46A9-BB19-531834A1F249}" srcOrd="0" destOrd="0" presId="urn:microsoft.com/office/officeart/2008/layout/LinedList"/>
    <dgm:cxn modelId="{DEDD1D9B-E8BC-46E6-8CB8-8261AEFA5FF2}" srcId="{4F8A4CA6-56C8-4C61-BDEB-A415084A1999}" destId="{179F64A9-BFA2-4EF1-B3FA-A51CA179AFB5}" srcOrd="3" destOrd="0" parTransId="{F4AA6D43-1B95-4546-992E-F7B1BF4F1D4D}" sibTransId="{E15EE26C-3035-4572-A227-4DF69C6E6A80}"/>
    <dgm:cxn modelId="{124DCDA3-D3B8-4B64-A707-E2BDDDE770FC}" type="presOf" srcId="{CB1DB436-6435-4A55-823E-16C0ADE8C005}" destId="{51991380-D410-4018-9156-107357531E53}" srcOrd="0" destOrd="0" presId="urn:microsoft.com/office/officeart/2008/layout/LinedList"/>
    <dgm:cxn modelId="{53E8AAC1-0FB5-4FB9-ACE1-672C5C0E7CD3}" type="presOf" srcId="{83C3AF34-6D7A-498A-BE9B-655AC840AB03}" destId="{8B3FBE7D-5005-49B0-8713-19CEDBD9DF28}" srcOrd="0" destOrd="0" presId="urn:microsoft.com/office/officeart/2008/layout/LinedList"/>
    <dgm:cxn modelId="{7503C8E7-166A-4553-99A5-B5F764C6440C}" srcId="{4F8A4CA6-56C8-4C61-BDEB-A415084A1999}" destId="{CB1DB436-6435-4A55-823E-16C0ADE8C005}" srcOrd="5" destOrd="0" parTransId="{807715B7-CC23-498C-8BF3-427D0ED2C8C6}" sibTransId="{6C77921B-87E9-4936-9C9F-A0B756335CB6}"/>
    <dgm:cxn modelId="{EEF106F2-DE4C-4E22-877A-E61BBAB96138}" type="presOf" srcId="{A4CCBB56-1C6E-4FE2-B434-3FE59E04C0C0}" destId="{2AEF66CF-9F17-47B4-9C2C-B16227CA2C87}" srcOrd="0" destOrd="0" presId="urn:microsoft.com/office/officeart/2008/layout/LinedList"/>
    <dgm:cxn modelId="{A95A04F8-0D71-4BBF-9E7A-F055FF569816}" type="presOf" srcId="{9BD26276-DE29-4489-8624-27032EBC5E3B}" destId="{82844567-0D24-427E-9835-F08F2B2CF459}" srcOrd="0" destOrd="0" presId="urn:microsoft.com/office/officeart/2008/layout/LinedList"/>
    <dgm:cxn modelId="{702FC7D4-C4AB-4320-AAAA-0193167C9C94}" type="presParOf" srcId="{01B8A984-6BDB-434D-802A-F32CE3146916}" destId="{BCA366CF-D16C-460F-BA12-FE969B31F859}" srcOrd="0" destOrd="0" presId="urn:microsoft.com/office/officeart/2008/layout/LinedList"/>
    <dgm:cxn modelId="{16F517FC-BE5E-4C56-9931-62CB5B195C3E}" type="presParOf" srcId="{01B8A984-6BDB-434D-802A-F32CE3146916}" destId="{519EC17A-9CFD-4D95-893C-0B95CAE190BA}" srcOrd="1" destOrd="0" presId="urn:microsoft.com/office/officeart/2008/layout/LinedList"/>
    <dgm:cxn modelId="{225ED098-586D-4CB2-B41B-9EC4D80721E9}" type="presParOf" srcId="{519EC17A-9CFD-4D95-893C-0B95CAE190BA}" destId="{0DE59721-66E7-4A50-BE6F-E39EA1C7EFFC}" srcOrd="0" destOrd="0" presId="urn:microsoft.com/office/officeart/2008/layout/LinedList"/>
    <dgm:cxn modelId="{C31A75DF-93BB-4818-A49E-83F5CE03EA70}" type="presParOf" srcId="{519EC17A-9CFD-4D95-893C-0B95CAE190BA}" destId="{890DDB3F-FF16-42F4-A9CE-17DB04DA0D56}" srcOrd="1" destOrd="0" presId="urn:microsoft.com/office/officeart/2008/layout/LinedList"/>
    <dgm:cxn modelId="{B34D0954-0DB6-4236-B191-E748E6D06FF5}" type="presParOf" srcId="{01B8A984-6BDB-434D-802A-F32CE3146916}" destId="{2CED1482-B512-4276-8D78-6EC38D6B3829}" srcOrd="2" destOrd="0" presId="urn:microsoft.com/office/officeart/2008/layout/LinedList"/>
    <dgm:cxn modelId="{AAFFD164-173C-4267-A8CC-2D7B7EDCE717}" type="presParOf" srcId="{01B8A984-6BDB-434D-802A-F32CE3146916}" destId="{6481810A-D60D-445A-87E4-46E0A29A112C}" srcOrd="3" destOrd="0" presId="urn:microsoft.com/office/officeart/2008/layout/LinedList"/>
    <dgm:cxn modelId="{0AE412D1-8D31-4635-8213-C81FC2DDF2CA}" type="presParOf" srcId="{6481810A-D60D-445A-87E4-46E0A29A112C}" destId="{838911A5-0E85-4E21-95D3-3141F1019C6A}" srcOrd="0" destOrd="0" presId="urn:microsoft.com/office/officeart/2008/layout/LinedList"/>
    <dgm:cxn modelId="{42EE43C6-7DFA-46E3-9DBD-469614E43B50}" type="presParOf" srcId="{6481810A-D60D-445A-87E4-46E0A29A112C}" destId="{5D3639BD-B036-4BF0-B950-5E4722D898E0}" srcOrd="1" destOrd="0" presId="urn:microsoft.com/office/officeart/2008/layout/LinedList"/>
    <dgm:cxn modelId="{B79DB537-0864-4506-8226-78E71DEB7ECB}" type="presParOf" srcId="{01B8A984-6BDB-434D-802A-F32CE3146916}" destId="{E66AB7D4-8C96-40CA-9D99-634A35DD9312}" srcOrd="4" destOrd="0" presId="urn:microsoft.com/office/officeart/2008/layout/LinedList"/>
    <dgm:cxn modelId="{E3E58E48-264B-4FD5-98D9-B1A30A6782C4}" type="presParOf" srcId="{01B8A984-6BDB-434D-802A-F32CE3146916}" destId="{2F365D41-322F-401F-9DC5-6910FC6DC604}" srcOrd="5" destOrd="0" presId="urn:microsoft.com/office/officeart/2008/layout/LinedList"/>
    <dgm:cxn modelId="{0DD402CA-B1A6-477F-8DAB-0E4BAF0F4D5B}" type="presParOf" srcId="{2F365D41-322F-401F-9DC5-6910FC6DC604}" destId="{2AEF66CF-9F17-47B4-9C2C-B16227CA2C87}" srcOrd="0" destOrd="0" presId="urn:microsoft.com/office/officeart/2008/layout/LinedList"/>
    <dgm:cxn modelId="{08D259F3-CF35-4520-9767-E2D0B5CD01B2}" type="presParOf" srcId="{2F365D41-322F-401F-9DC5-6910FC6DC604}" destId="{070FA22F-9A9A-4DCD-9A2C-5BF3CC649DDE}" srcOrd="1" destOrd="0" presId="urn:microsoft.com/office/officeart/2008/layout/LinedList"/>
    <dgm:cxn modelId="{8462625C-A299-438B-A0F4-449BBA571DB6}" type="presParOf" srcId="{01B8A984-6BDB-434D-802A-F32CE3146916}" destId="{5257164F-0910-4D74-B021-5810C7069162}" srcOrd="6" destOrd="0" presId="urn:microsoft.com/office/officeart/2008/layout/LinedList"/>
    <dgm:cxn modelId="{210C3DC1-7CFC-4115-A7B5-67BC9787ADB3}" type="presParOf" srcId="{01B8A984-6BDB-434D-802A-F32CE3146916}" destId="{75FE749B-4012-430A-BEB8-F1A6BBBAFCE1}" srcOrd="7" destOrd="0" presId="urn:microsoft.com/office/officeart/2008/layout/LinedList"/>
    <dgm:cxn modelId="{522E7C15-B374-4C73-B3A8-263238C2AD60}" type="presParOf" srcId="{75FE749B-4012-430A-BEB8-F1A6BBBAFCE1}" destId="{F28FB55F-C8EF-4347-BC61-6C1DC1E55E5A}" srcOrd="0" destOrd="0" presId="urn:microsoft.com/office/officeart/2008/layout/LinedList"/>
    <dgm:cxn modelId="{4698D25A-EEA6-4AC5-8700-1D06CC388929}" type="presParOf" srcId="{75FE749B-4012-430A-BEB8-F1A6BBBAFCE1}" destId="{3F954A8A-9774-4F81-B430-FECD3EC4C7A5}" srcOrd="1" destOrd="0" presId="urn:microsoft.com/office/officeart/2008/layout/LinedList"/>
    <dgm:cxn modelId="{B6339B02-3F7A-445B-AEC9-170C7C25CC51}" type="presParOf" srcId="{01B8A984-6BDB-434D-802A-F32CE3146916}" destId="{7374E5BC-F6F0-4E2B-A306-E162433F7A9C}" srcOrd="8" destOrd="0" presId="urn:microsoft.com/office/officeart/2008/layout/LinedList"/>
    <dgm:cxn modelId="{FE3F0023-6C50-4689-B347-161649CA0FAC}" type="presParOf" srcId="{01B8A984-6BDB-434D-802A-F32CE3146916}" destId="{7F7A6129-FE3E-4286-9D51-7F1864A32BF5}" srcOrd="9" destOrd="0" presId="urn:microsoft.com/office/officeart/2008/layout/LinedList"/>
    <dgm:cxn modelId="{44E5D7E9-80CE-45A0-B7DC-E31F21FA1DEB}" type="presParOf" srcId="{7F7A6129-FE3E-4286-9D51-7F1864A32BF5}" destId="{82844567-0D24-427E-9835-F08F2B2CF459}" srcOrd="0" destOrd="0" presId="urn:microsoft.com/office/officeart/2008/layout/LinedList"/>
    <dgm:cxn modelId="{DE8DB94B-33C6-4855-976C-95B632919E20}" type="presParOf" srcId="{7F7A6129-FE3E-4286-9D51-7F1864A32BF5}" destId="{8E0B28F5-5D15-48D7-BB45-563853A22083}" srcOrd="1" destOrd="0" presId="urn:microsoft.com/office/officeart/2008/layout/LinedList"/>
    <dgm:cxn modelId="{3A543654-75A4-4E89-AAF8-76CE9549F67E}" type="presParOf" srcId="{01B8A984-6BDB-434D-802A-F32CE3146916}" destId="{E9B12C47-1129-49DC-B817-95BD381E92EE}" srcOrd="10" destOrd="0" presId="urn:microsoft.com/office/officeart/2008/layout/LinedList"/>
    <dgm:cxn modelId="{7B3497E3-506A-4F19-826A-663141EB14E7}" type="presParOf" srcId="{01B8A984-6BDB-434D-802A-F32CE3146916}" destId="{8AF3E94B-F04B-4AFB-90DF-04D3E61F2F23}" srcOrd="11" destOrd="0" presId="urn:microsoft.com/office/officeart/2008/layout/LinedList"/>
    <dgm:cxn modelId="{F1C1A8EF-53B8-4A66-A435-2E4EC99053E3}" type="presParOf" srcId="{8AF3E94B-F04B-4AFB-90DF-04D3E61F2F23}" destId="{51991380-D410-4018-9156-107357531E53}" srcOrd="0" destOrd="0" presId="urn:microsoft.com/office/officeart/2008/layout/LinedList"/>
    <dgm:cxn modelId="{BEB767FD-7EC8-42CB-AF25-0866E07B6B72}" type="presParOf" srcId="{8AF3E94B-F04B-4AFB-90DF-04D3E61F2F23}" destId="{876613FD-0DEC-42B5-9C93-0F1F0378BC78}" srcOrd="1" destOrd="0" presId="urn:microsoft.com/office/officeart/2008/layout/LinedList"/>
    <dgm:cxn modelId="{D595E2D9-1D52-4189-B607-7557A00EB2F9}" type="presParOf" srcId="{01B8A984-6BDB-434D-802A-F32CE3146916}" destId="{AE5F06DC-A37A-4CF8-82D2-73DB5C3186D2}" srcOrd="12" destOrd="0" presId="urn:microsoft.com/office/officeart/2008/layout/LinedList"/>
    <dgm:cxn modelId="{450088E1-9710-44BF-B5A3-9D95C9A66637}" type="presParOf" srcId="{01B8A984-6BDB-434D-802A-F32CE3146916}" destId="{93D1D9F4-891E-4247-9AD5-1EAD6499EB77}" srcOrd="13" destOrd="0" presId="urn:microsoft.com/office/officeart/2008/layout/LinedList"/>
    <dgm:cxn modelId="{D97CC3B3-BA9A-4BC0-901A-2B9DBE5E5D4B}" type="presParOf" srcId="{93D1D9F4-891E-4247-9AD5-1EAD6499EB77}" destId="{92798A75-6E59-4761-9E30-C8211A90973F}" srcOrd="0" destOrd="0" presId="urn:microsoft.com/office/officeart/2008/layout/LinedList"/>
    <dgm:cxn modelId="{1E4B3AA9-85BA-492F-8F81-F981781C94B1}" type="presParOf" srcId="{93D1D9F4-891E-4247-9AD5-1EAD6499EB77}" destId="{29432E2A-2F16-4A38-B9E2-5C4B946FD4AB}" srcOrd="1" destOrd="0" presId="urn:microsoft.com/office/officeart/2008/layout/LinedList"/>
    <dgm:cxn modelId="{AD307024-DA68-4453-87B8-976DA3E99A31}" type="presParOf" srcId="{01B8A984-6BDB-434D-802A-F32CE3146916}" destId="{BC0B6162-8070-4985-9A71-1AD53125FB39}" srcOrd="14" destOrd="0" presId="urn:microsoft.com/office/officeart/2008/layout/LinedList"/>
    <dgm:cxn modelId="{E43307CF-5EB3-4F50-9906-B9E45904939C}" type="presParOf" srcId="{01B8A984-6BDB-434D-802A-F32CE3146916}" destId="{87835A44-2513-47F1-B8DD-6E4681089B59}" srcOrd="15" destOrd="0" presId="urn:microsoft.com/office/officeart/2008/layout/LinedList"/>
    <dgm:cxn modelId="{8872A869-0EA5-4BF5-B51F-CCF4FACE5B6D}" type="presParOf" srcId="{87835A44-2513-47F1-B8DD-6E4681089B59}" destId="{15CEB7B2-7F80-46A9-BB19-531834A1F249}" srcOrd="0" destOrd="0" presId="urn:microsoft.com/office/officeart/2008/layout/LinedList"/>
    <dgm:cxn modelId="{F1F968B0-C7F0-4BE5-BFF8-A3B602C7E149}" type="presParOf" srcId="{87835A44-2513-47F1-B8DD-6E4681089B59}" destId="{C58FF540-EA3F-4147-AA38-78F9200AE71B}" srcOrd="1" destOrd="0" presId="urn:microsoft.com/office/officeart/2008/layout/LinedList"/>
    <dgm:cxn modelId="{7B12336F-6053-4D9C-9D49-2FE96F00D8B4}" type="presParOf" srcId="{01B8A984-6BDB-434D-802A-F32CE3146916}" destId="{E6C0C340-22F1-4539-8041-8469E7FAF50F}" srcOrd="16" destOrd="0" presId="urn:microsoft.com/office/officeart/2008/layout/LinedList"/>
    <dgm:cxn modelId="{B2B204A3-F716-479A-8A03-3CE25E5542AB}" type="presParOf" srcId="{01B8A984-6BDB-434D-802A-F32CE3146916}" destId="{DBDD17D2-F5CC-4CDA-BFCF-F09AB8862D67}" srcOrd="17" destOrd="0" presId="urn:microsoft.com/office/officeart/2008/layout/LinedList"/>
    <dgm:cxn modelId="{A179AF05-CABE-425D-AB3D-20926B5BF11B}" type="presParOf" srcId="{DBDD17D2-F5CC-4CDA-BFCF-F09AB8862D67}" destId="{8B3FBE7D-5005-49B0-8713-19CEDBD9DF28}" srcOrd="0" destOrd="0" presId="urn:microsoft.com/office/officeart/2008/layout/LinedList"/>
    <dgm:cxn modelId="{3105C1C6-0869-44C2-8301-D71D6FB5BC46}" type="presParOf" srcId="{DBDD17D2-F5CC-4CDA-BFCF-F09AB8862D67}" destId="{3C771A3B-066A-4024-8D31-4998479F635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6E5A1BC-D88D-4E34-967F-9387ECEE9845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9ED0A4E-3093-4891-8A29-656761284BBF}">
      <dgm:prSet/>
      <dgm:spPr/>
      <dgm:t>
        <a:bodyPr/>
        <a:lstStyle/>
        <a:p>
          <a:r>
            <a:rPr lang="en-US" b="0" dirty="0"/>
            <a:t>Legacy</a:t>
          </a:r>
          <a:endParaRPr lang="en-US" dirty="0"/>
        </a:p>
      </dgm:t>
    </dgm:pt>
    <dgm:pt modelId="{455F1500-F4C2-434A-B7CF-7B7C07E1FD92}" type="parTrans" cxnId="{CAB59351-E865-46AE-822C-191C68ED6E49}">
      <dgm:prSet/>
      <dgm:spPr/>
      <dgm:t>
        <a:bodyPr/>
        <a:lstStyle/>
        <a:p>
          <a:endParaRPr lang="en-US"/>
        </a:p>
      </dgm:t>
    </dgm:pt>
    <dgm:pt modelId="{C1ADB4D6-89FA-453C-BB18-2D18CFBFDED9}" type="sibTrans" cxnId="{CAB59351-E865-46AE-822C-191C68ED6E49}">
      <dgm:prSet/>
      <dgm:spPr/>
      <dgm:t>
        <a:bodyPr/>
        <a:lstStyle/>
        <a:p>
          <a:endParaRPr lang="en-US"/>
        </a:p>
      </dgm:t>
    </dgm:pt>
    <dgm:pt modelId="{3850F52D-F8A8-4C86-AD0D-EE42BFF9DCD0}">
      <dgm:prSet/>
      <dgm:spPr/>
      <dgm:t>
        <a:bodyPr/>
        <a:lstStyle/>
        <a:p>
          <a:r>
            <a:rPr lang="en-US" b="0"/>
            <a:t>WiFi</a:t>
          </a:r>
          <a:endParaRPr lang="en-US"/>
        </a:p>
      </dgm:t>
    </dgm:pt>
    <dgm:pt modelId="{AE571FD5-B39B-4327-A824-D91CD48ECBA2}" type="parTrans" cxnId="{3F241A61-46B7-473B-A893-A80C3A1A6147}">
      <dgm:prSet/>
      <dgm:spPr/>
      <dgm:t>
        <a:bodyPr/>
        <a:lstStyle/>
        <a:p>
          <a:endParaRPr lang="en-US"/>
        </a:p>
      </dgm:t>
    </dgm:pt>
    <dgm:pt modelId="{9874650C-8C06-4650-ADC1-69CEE7FD4191}" type="sibTrans" cxnId="{3F241A61-46B7-473B-A893-A80C3A1A6147}">
      <dgm:prSet/>
      <dgm:spPr/>
      <dgm:t>
        <a:bodyPr/>
        <a:lstStyle/>
        <a:p>
          <a:endParaRPr lang="en-US"/>
        </a:p>
      </dgm:t>
    </dgm:pt>
    <dgm:pt modelId="{876406C1-47B4-46AE-9B6E-DFADA2A2C446}">
      <dgm:prSet/>
      <dgm:spPr/>
      <dgm:t>
        <a:bodyPr/>
        <a:lstStyle/>
        <a:p>
          <a:r>
            <a:rPr lang="en-US" baseline="0"/>
            <a:t>Using Web Server (Access via Phone, Tablet and any devices with a web browser) </a:t>
          </a:r>
          <a:endParaRPr lang="en-US"/>
        </a:p>
      </dgm:t>
    </dgm:pt>
    <dgm:pt modelId="{3F0CA73F-CEE1-4011-84ED-ED0DF749AED2}" type="parTrans" cxnId="{4B81C570-7BEE-4BD0-8D14-D68D39191F91}">
      <dgm:prSet/>
      <dgm:spPr/>
      <dgm:t>
        <a:bodyPr/>
        <a:lstStyle/>
        <a:p>
          <a:endParaRPr lang="en-US"/>
        </a:p>
      </dgm:t>
    </dgm:pt>
    <dgm:pt modelId="{92ACAAF2-0544-44B2-808C-FD306F51627B}" type="sibTrans" cxnId="{4B81C570-7BEE-4BD0-8D14-D68D39191F91}">
      <dgm:prSet/>
      <dgm:spPr/>
      <dgm:t>
        <a:bodyPr/>
        <a:lstStyle/>
        <a:p>
          <a:endParaRPr lang="en-US"/>
        </a:p>
      </dgm:t>
    </dgm:pt>
    <dgm:pt modelId="{9FD241BA-212F-440B-83B3-26CF613F7DE9}">
      <dgm:prSet/>
      <dgm:spPr/>
      <dgm:t>
        <a:bodyPr/>
        <a:lstStyle/>
        <a:p>
          <a:r>
            <a:rPr lang="en-US" baseline="0"/>
            <a:t>ESPnow</a:t>
          </a:r>
          <a:endParaRPr lang="en-US"/>
        </a:p>
      </dgm:t>
    </dgm:pt>
    <dgm:pt modelId="{9FBF0000-282C-4F25-B0B6-2F72D6615C05}" type="parTrans" cxnId="{C401B0C5-A5F2-4403-B7E7-E851CF826AEB}">
      <dgm:prSet/>
      <dgm:spPr/>
      <dgm:t>
        <a:bodyPr/>
        <a:lstStyle/>
        <a:p>
          <a:endParaRPr lang="en-US"/>
        </a:p>
      </dgm:t>
    </dgm:pt>
    <dgm:pt modelId="{90168B64-3AE3-4CD3-A20D-0AD085EDC9A9}" type="sibTrans" cxnId="{C401B0C5-A5F2-4403-B7E7-E851CF826AEB}">
      <dgm:prSet/>
      <dgm:spPr/>
      <dgm:t>
        <a:bodyPr/>
        <a:lstStyle/>
        <a:p>
          <a:endParaRPr lang="en-US"/>
        </a:p>
      </dgm:t>
    </dgm:pt>
    <dgm:pt modelId="{59EB5C55-8EC1-4817-ACDB-090A472E7557}">
      <dgm:prSet/>
      <dgm:spPr/>
      <dgm:t>
        <a:bodyPr/>
        <a:lstStyle/>
        <a:p>
          <a:r>
            <a:rPr lang="en-US" baseline="0"/>
            <a:t>Over cloud services</a:t>
          </a:r>
          <a:endParaRPr lang="en-US"/>
        </a:p>
      </dgm:t>
    </dgm:pt>
    <dgm:pt modelId="{EA730B13-4FB5-4688-AA84-3279AC8FB175}" type="parTrans" cxnId="{A2A1190C-D948-4DB6-BD79-3F45125CF3D7}">
      <dgm:prSet/>
      <dgm:spPr/>
      <dgm:t>
        <a:bodyPr/>
        <a:lstStyle/>
        <a:p>
          <a:endParaRPr lang="en-US"/>
        </a:p>
      </dgm:t>
    </dgm:pt>
    <dgm:pt modelId="{C66ACC5E-A164-4644-85FB-B82DF3918888}" type="sibTrans" cxnId="{A2A1190C-D948-4DB6-BD79-3F45125CF3D7}">
      <dgm:prSet/>
      <dgm:spPr/>
      <dgm:t>
        <a:bodyPr/>
        <a:lstStyle/>
        <a:p>
          <a:endParaRPr lang="en-US"/>
        </a:p>
      </dgm:t>
    </dgm:pt>
    <dgm:pt modelId="{32923697-EAA1-4664-B532-231954FBA377}">
      <dgm:prSet/>
      <dgm:spPr/>
      <dgm:t>
        <a:bodyPr/>
        <a:lstStyle/>
        <a:p>
          <a:r>
            <a:rPr lang="en-US" baseline="0"/>
            <a:t>MQTT</a:t>
          </a:r>
          <a:endParaRPr lang="en-US"/>
        </a:p>
      </dgm:t>
    </dgm:pt>
    <dgm:pt modelId="{8A782954-8559-4582-90A4-428A50E09DD8}" type="parTrans" cxnId="{32753364-C654-4058-810C-0DB2470EAFA1}">
      <dgm:prSet/>
      <dgm:spPr/>
      <dgm:t>
        <a:bodyPr/>
        <a:lstStyle/>
        <a:p>
          <a:endParaRPr lang="en-US"/>
        </a:p>
      </dgm:t>
    </dgm:pt>
    <dgm:pt modelId="{656327A4-B8DE-4F37-AFF7-761A496F7C6A}" type="sibTrans" cxnId="{32753364-C654-4058-810C-0DB2470EAFA1}">
      <dgm:prSet/>
      <dgm:spPr/>
      <dgm:t>
        <a:bodyPr/>
        <a:lstStyle/>
        <a:p>
          <a:endParaRPr lang="en-US"/>
        </a:p>
      </dgm:t>
    </dgm:pt>
    <dgm:pt modelId="{62B14C03-A390-40CF-9B29-2A2BB1904ADC}">
      <dgm:prSet/>
      <dgm:spPr/>
      <dgm:t>
        <a:bodyPr/>
        <a:lstStyle/>
        <a:p>
          <a:r>
            <a:rPr lang="en-US" b="0"/>
            <a:t>Bluetooth</a:t>
          </a:r>
          <a:endParaRPr lang="en-US"/>
        </a:p>
      </dgm:t>
    </dgm:pt>
    <dgm:pt modelId="{50B2C43D-FB2D-4BBF-B6C3-C0A65E1FF2E5}" type="parTrans" cxnId="{EB72D0EC-5F53-4619-BE06-F962AD892A55}">
      <dgm:prSet/>
      <dgm:spPr/>
      <dgm:t>
        <a:bodyPr/>
        <a:lstStyle/>
        <a:p>
          <a:endParaRPr lang="en-US"/>
        </a:p>
      </dgm:t>
    </dgm:pt>
    <dgm:pt modelId="{68533A8B-F150-4092-9E39-0F058E3967C3}" type="sibTrans" cxnId="{EB72D0EC-5F53-4619-BE06-F962AD892A55}">
      <dgm:prSet/>
      <dgm:spPr/>
      <dgm:t>
        <a:bodyPr/>
        <a:lstStyle/>
        <a:p>
          <a:endParaRPr lang="en-US"/>
        </a:p>
      </dgm:t>
    </dgm:pt>
    <dgm:pt modelId="{0F20F6C9-33D1-4476-B866-755811B22FBD}">
      <dgm:prSet/>
      <dgm:spPr/>
      <dgm:t>
        <a:bodyPr/>
        <a:lstStyle/>
        <a:p>
          <a:r>
            <a:rPr lang="en-US" b="0"/>
            <a:t>LoRa  </a:t>
          </a:r>
          <a:endParaRPr lang="en-US"/>
        </a:p>
      </dgm:t>
    </dgm:pt>
    <dgm:pt modelId="{DD77152D-1405-4942-9E14-F195574BAB8A}" type="parTrans" cxnId="{C7DB61E5-400A-462A-A6D6-D8606F495E5C}">
      <dgm:prSet/>
      <dgm:spPr/>
      <dgm:t>
        <a:bodyPr/>
        <a:lstStyle/>
        <a:p>
          <a:endParaRPr lang="en-US"/>
        </a:p>
      </dgm:t>
    </dgm:pt>
    <dgm:pt modelId="{EA62F9AB-E9A0-4F23-971F-ADCA089159A1}" type="sibTrans" cxnId="{C7DB61E5-400A-462A-A6D6-D8606F495E5C}">
      <dgm:prSet/>
      <dgm:spPr/>
      <dgm:t>
        <a:bodyPr/>
        <a:lstStyle/>
        <a:p>
          <a:endParaRPr lang="en-US"/>
        </a:p>
      </dgm:t>
    </dgm:pt>
    <dgm:pt modelId="{9ED32DFE-D107-4E69-BF3A-EA9FB70351E0}">
      <dgm:prSet/>
      <dgm:spPr/>
      <dgm:t>
        <a:bodyPr/>
        <a:lstStyle/>
        <a:p>
          <a:r>
            <a:rPr lang="en-US" b="0" dirty="0"/>
            <a:t>IOs (Digital and Analog)</a:t>
          </a:r>
          <a:endParaRPr lang="en-US" dirty="0"/>
        </a:p>
      </dgm:t>
    </dgm:pt>
    <dgm:pt modelId="{160871CF-7593-4E32-8B5F-6F8D9EF7776A}" type="parTrans" cxnId="{77703C92-F11A-4F63-9185-88EB977178D2}">
      <dgm:prSet/>
      <dgm:spPr/>
      <dgm:t>
        <a:bodyPr/>
        <a:lstStyle/>
        <a:p>
          <a:endParaRPr lang="en-US"/>
        </a:p>
      </dgm:t>
    </dgm:pt>
    <dgm:pt modelId="{5F62F0D8-B3FB-419A-8E9D-E4286FEBA260}" type="sibTrans" cxnId="{77703C92-F11A-4F63-9185-88EB977178D2}">
      <dgm:prSet/>
      <dgm:spPr/>
      <dgm:t>
        <a:bodyPr/>
        <a:lstStyle/>
        <a:p>
          <a:endParaRPr lang="en-US"/>
        </a:p>
      </dgm:t>
    </dgm:pt>
    <dgm:pt modelId="{B396E11A-52DC-42FC-9806-624641A7F0B9}">
      <dgm:prSet/>
      <dgm:spPr/>
      <dgm:t>
        <a:bodyPr/>
        <a:lstStyle/>
        <a:p>
          <a:r>
            <a:rPr lang="en-US" dirty="0"/>
            <a:t>UART, SPI, I2C</a:t>
          </a:r>
        </a:p>
      </dgm:t>
    </dgm:pt>
    <dgm:pt modelId="{6A6FBEDE-CE4B-4016-A60C-1AE5E187379E}" type="parTrans" cxnId="{BF17903B-F2BC-4A3B-A2C7-754E4C1133A9}">
      <dgm:prSet/>
      <dgm:spPr/>
      <dgm:t>
        <a:bodyPr/>
        <a:lstStyle/>
        <a:p>
          <a:endParaRPr lang="en-US"/>
        </a:p>
      </dgm:t>
    </dgm:pt>
    <dgm:pt modelId="{1E976ACC-157F-4AD1-8124-5CE928D5BF2A}" type="sibTrans" cxnId="{BF17903B-F2BC-4A3B-A2C7-754E4C1133A9}">
      <dgm:prSet/>
      <dgm:spPr/>
      <dgm:t>
        <a:bodyPr/>
        <a:lstStyle/>
        <a:p>
          <a:endParaRPr lang="en-US"/>
        </a:p>
      </dgm:t>
    </dgm:pt>
    <dgm:pt modelId="{2B1A7AB1-452C-4F17-804F-51EF7643856A}" type="pres">
      <dgm:prSet presAssocID="{36E5A1BC-D88D-4E34-967F-9387ECEE9845}" presName="linear" presStyleCnt="0">
        <dgm:presLayoutVars>
          <dgm:dir/>
          <dgm:animLvl val="lvl"/>
          <dgm:resizeHandles val="exact"/>
        </dgm:presLayoutVars>
      </dgm:prSet>
      <dgm:spPr/>
    </dgm:pt>
    <dgm:pt modelId="{30054EC6-5400-4095-B6A2-EC7F578253BA}" type="pres">
      <dgm:prSet presAssocID="{A9ED0A4E-3093-4891-8A29-656761284BBF}" presName="parentLin" presStyleCnt="0"/>
      <dgm:spPr/>
    </dgm:pt>
    <dgm:pt modelId="{8247D276-D821-4C54-A2B2-7ECB18B5A064}" type="pres">
      <dgm:prSet presAssocID="{A9ED0A4E-3093-4891-8A29-656761284BBF}" presName="parentLeftMargin" presStyleLbl="node1" presStyleIdx="0" presStyleCnt="4"/>
      <dgm:spPr/>
    </dgm:pt>
    <dgm:pt modelId="{121A5784-CE72-4EB1-9D3A-2756AD1017DF}" type="pres">
      <dgm:prSet presAssocID="{A9ED0A4E-3093-4891-8A29-656761284BB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3661EB5-DBEF-4B2D-8443-CA2774619749}" type="pres">
      <dgm:prSet presAssocID="{A9ED0A4E-3093-4891-8A29-656761284BBF}" presName="negativeSpace" presStyleCnt="0"/>
      <dgm:spPr/>
    </dgm:pt>
    <dgm:pt modelId="{CFA7AF1E-C57A-4B3B-9CDB-34318E109D2E}" type="pres">
      <dgm:prSet presAssocID="{A9ED0A4E-3093-4891-8A29-656761284BBF}" presName="childText" presStyleLbl="conFgAcc1" presStyleIdx="0" presStyleCnt="4">
        <dgm:presLayoutVars>
          <dgm:bulletEnabled val="1"/>
        </dgm:presLayoutVars>
      </dgm:prSet>
      <dgm:spPr/>
    </dgm:pt>
    <dgm:pt modelId="{06B33FF7-54FC-407F-8667-0C1F6075FCD9}" type="pres">
      <dgm:prSet presAssocID="{C1ADB4D6-89FA-453C-BB18-2D18CFBFDED9}" presName="spaceBetweenRectangles" presStyleCnt="0"/>
      <dgm:spPr/>
    </dgm:pt>
    <dgm:pt modelId="{DC498748-E136-47DD-98C6-1ABAD7C3C066}" type="pres">
      <dgm:prSet presAssocID="{3850F52D-F8A8-4C86-AD0D-EE42BFF9DCD0}" presName="parentLin" presStyleCnt="0"/>
      <dgm:spPr/>
    </dgm:pt>
    <dgm:pt modelId="{BCCF8B9E-51BD-416B-AEB3-B89E8E254AE0}" type="pres">
      <dgm:prSet presAssocID="{3850F52D-F8A8-4C86-AD0D-EE42BFF9DCD0}" presName="parentLeftMargin" presStyleLbl="node1" presStyleIdx="0" presStyleCnt="4"/>
      <dgm:spPr/>
    </dgm:pt>
    <dgm:pt modelId="{1A6A3A3E-229B-45DC-A347-3E0A6737BD20}" type="pres">
      <dgm:prSet presAssocID="{3850F52D-F8A8-4C86-AD0D-EE42BFF9DCD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5C28B8E-4ADF-497F-A091-4529711A49B9}" type="pres">
      <dgm:prSet presAssocID="{3850F52D-F8A8-4C86-AD0D-EE42BFF9DCD0}" presName="negativeSpace" presStyleCnt="0"/>
      <dgm:spPr/>
    </dgm:pt>
    <dgm:pt modelId="{13FF2CB2-1F48-4689-A4B8-9EE4C980D470}" type="pres">
      <dgm:prSet presAssocID="{3850F52D-F8A8-4C86-AD0D-EE42BFF9DCD0}" presName="childText" presStyleLbl="conFgAcc1" presStyleIdx="1" presStyleCnt="4">
        <dgm:presLayoutVars>
          <dgm:bulletEnabled val="1"/>
        </dgm:presLayoutVars>
      </dgm:prSet>
      <dgm:spPr/>
    </dgm:pt>
    <dgm:pt modelId="{C8ECA2FE-4320-41A4-96B8-D2FD15F17902}" type="pres">
      <dgm:prSet presAssocID="{9874650C-8C06-4650-ADC1-69CEE7FD4191}" presName="spaceBetweenRectangles" presStyleCnt="0"/>
      <dgm:spPr/>
    </dgm:pt>
    <dgm:pt modelId="{FD51B0B7-513E-4805-BE7E-BC49AEA6DFC7}" type="pres">
      <dgm:prSet presAssocID="{62B14C03-A390-40CF-9B29-2A2BB1904ADC}" presName="parentLin" presStyleCnt="0"/>
      <dgm:spPr/>
    </dgm:pt>
    <dgm:pt modelId="{0704A1F8-0CAC-4AFF-BE47-AB1FFC328263}" type="pres">
      <dgm:prSet presAssocID="{62B14C03-A390-40CF-9B29-2A2BB1904ADC}" presName="parentLeftMargin" presStyleLbl="node1" presStyleIdx="1" presStyleCnt="4"/>
      <dgm:spPr/>
    </dgm:pt>
    <dgm:pt modelId="{EF786FA7-3280-452B-A9D1-448A9918BEB6}" type="pres">
      <dgm:prSet presAssocID="{62B14C03-A390-40CF-9B29-2A2BB1904AD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E4D6F08-6704-4050-89D8-A5DE53B74F49}" type="pres">
      <dgm:prSet presAssocID="{62B14C03-A390-40CF-9B29-2A2BB1904ADC}" presName="negativeSpace" presStyleCnt="0"/>
      <dgm:spPr/>
    </dgm:pt>
    <dgm:pt modelId="{4EA2B576-E667-4542-B811-D63371A2F187}" type="pres">
      <dgm:prSet presAssocID="{62B14C03-A390-40CF-9B29-2A2BB1904ADC}" presName="childText" presStyleLbl="conFgAcc1" presStyleIdx="2" presStyleCnt="4">
        <dgm:presLayoutVars>
          <dgm:bulletEnabled val="1"/>
        </dgm:presLayoutVars>
      </dgm:prSet>
      <dgm:spPr/>
    </dgm:pt>
    <dgm:pt modelId="{A4B27C8A-AE76-4DBA-B2CE-D9AB033D2E5D}" type="pres">
      <dgm:prSet presAssocID="{68533A8B-F150-4092-9E39-0F058E3967C3}" presName="spaceBetweenRectangles" presStyleCnt="0"/>
      <dgm:spPr/>
    </dgm:pt>
    <dgm:pt modelId="{541A48E5-C6C1-4335-A45A-6ABB2D2443F1}" type="pres">
      <dgm:prSet presAssocID="{0F20F6C9-33D1-4476-B866-755811B22FBD}" presName="parentLin" presStyleCnt="0"/>
      <dgm:spPr/>
    </dgm:pt>
    <dgm:pt modelId="{050077BD-50B1-4825-A31A-3A244EFB0B06}" type="pres">
      <dgm:prSet presAssocID="{0F20F6C9-33D1-4476-B866-755811B22FBD}" presName="parentLeftMargin" presStyleLbl="node1" presStyleIdx="2" presStyleCnt="4"/>
      <dgm:spPr/>
    </dgm:pt>
    <dgm:pt modelId="{4331E353-6C47-4A53-82BA-57A03C4139A0}" type="pres">
      <dgm:prSet presAssocID="{0F20F6C9-33D1-4476-B866-755811B22FBD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B6564438-F3B6-46A8-99E2-D6CA2FED4881}" type="pres">
      <dgm:prSet presAssocID="{0F20F6C9-33D1-4476-B866-755811B22FBD}" presName="negativeSpace" presStyleCnt="0"/>
      <dgm:spPr/>
    </dgm:pt>
    <dgm:pt modelId="{F25827DB-2A0A-4C43-B8A9-C30A9FE82C38}" type="pres">
      <dgm:prSet presAssocID="{0F20F6C9-33D1-4476-B866-755811B22FBD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A2A1190C-D948-4DB6-BD79-3F45125CF3D7}" srcId="{3850F52D-F8A8-4C86-AD0D-EE42BFF9DCD0}" destId="{59EB5C55-8EC1-4817-ACDB-090A472E7557}" srcOrd="2" destOrd="0" parTransId="{EA730B13-4FB5-4688-AA84-3279AC8FB175}" sibTransId="{C66ACC5E-A164-4644-85FB-B82DF3918888}"/>
    <dgm:cxn modelId="{2E3CC20C-A603-4893-8629-BB233D82F7AB}" type="presOf" srcId="{59EB5C55-8EC1-4817-ACDB-090A472E7557}" destId="{13FF2CB2-1F48-4689-A4B8-9EE4C980D470}" srcOrd="0" destOrd="2" presId="urn:microsoft.com/office/officeart/2005/8/layout/list1"/>
    <dgm:cxn modelId="{5FD8F127-8EE5-49B1-AADB-76F491253538}" type="presOf" srcId="{9FD241BA-212F-440B-83B3-26CF613F7DE9}" destId="{13FF2CB2-1F48-4689-A4B8-9EE4C980D470}" srcOrd="0" destOrd="1" presId="urn:microsoft.com/office/officeart/2005/8/layout/list1"/>
    <dgm:cxn modelId="{BF17903B-F2BC-4A3B-A2C7-754E4C1133A9}" srcId="{A9ED0A4E-3093-4891-8A29-656761284BBF}" destId="{B396E11A-52DC-42FC-9806-624641A7F0B9}" srcOrd="1" destOrd="0" parTransId="{6A6FBEDE-CE4B-4016-A60C-1AE5E187379E}" sibTransId="{1E976ACC-157F-4AD1-8124-5CE928D5BF2A}"/>
    <dgm:cxn modelId="{3F241A61-46B7-473B-A893-A80C3A1A6147}" srcId="{36E5A1BC-D88D-4E34-967F-9387ECEE9845}" destId="{3850F52D-F8A8-4C86-AD0D-EE42BFF9DCD0}" srcOrd="1" destOrd="0" parTransId="{AE571FD5-B39B-4327-A824-D91CD48ECBA2}" sibTransId="{9874650C-8C06-4650-ADC1-69CEE7FD4191}"/>
    <dgm:cxn modelId="{32753364-C654-4058-810C-0DB2470EAFA1}" srcId="{3850F52D-F8A8-4C86-AD0D-EE42BFF9DCD0}" destId="{32923697-EAA1-4664-B532-231954FBA377}" srcOrd="3" destOrd="0" parTransId="{8A782954-8559-4582-90A4-428A50E09DD8}" sibTransId="{656327A4-B8DE-4F37-AFF7-761A496F7C6A}"/>
    <dgm:cxn modelId="{A49E5F64-7CD3-4F71-AFD5-047B1C180CD7}" type="presOf" srcId="{876406C1-47B4-46AE-9B6E-DFADA2A2C446}" destId="{13FF2CB2-1F48-4689-A4B8-9EE4C980D470}" srcOrd="0" destOrd="0" presId="urn:microsoft.com/office/officeart/2005/8/layout/list1"/>
    <dgm:cxn modelId="{2DFB2365-DC54-4705-B179-7C87E29DC60A}" type="presOf" srcId="{B396E11A-52DC-42FC-9806-624641A7F0B9}" destId="{CFA7AF1E-C57A-4B3B-9CDB-34318E109D2E}" srcOrd="0" destOrd="1" presId="urn:microsoft.com/office/officeart/2005/8/layout/list1"/>
    <dgm:cxn modelId="{3CD5686B-D045-4243-B192-D5427420164F}" type="presOf" srcId="{A9ED0A4E-3093-4891-8A29-656761284BBF}" destId="{8247D276-D821-4C54-A2B2-7ECB18B5A064}" srcOrd="0" destOrd="0" presId="urn:microsoft.com/office/officeart/2005/8/layout/list1"/>
    <dgm:cxn modelId="{7B44BA6B-6D3F-46F6-BC23-36EB2BB7C38D}" type="presOf" srcId="{A9ED0A4E-3093-4891-8A29-656761284BBF}" destId="{121A5784-CE72-4EB1-9D3A-2756AD1017DF}" srcOrd="1" destOrd="0" presId="urn:microsoft.com/office/officeart/2005/8/layout/list1"/>
    <dgm:cxn modelId="{497F2B70-2848-4984-9BD3-3CD1B9C7DF6E}" type="presOf" srcId="{62B14C03-A390-40CF-9B29-2A2BB1904ADC}" destId="{EF786FA7-3280-452B-A9D1-448A9918BEB6}" srcOrd="1" destOrd="0" presId="urn:microsoft.com/office/officeart/2005/8/layout/list1"/>
    <dgm:cxn modelId="{4B81C570-7BEE-4BD0-8D14-D68D39191F91}" srcId="{3850F52D-F8A8-4C86-AD0D-EE42BFF9DCD0}" destId="{876406C1-47B4-46AE-9B6E-DFADA2A2C446}" srcOrd="0" destOrd="0" parTransId="{3F0CA73F-CEE1-4011-84ED-ED0DF749AED2}" sibTransId="{92ACAAF2-0544-44B2-808C-FD306F51627B}"/>
    <dgm:cxn modelId="{CAB59351-E865-46AE-822C-191C68ED6E49}" srcId="{36E5A1BC-D88D-4E34-967F-9387ECEE9845}" destId="{A9ED0A4E-3093-4891-8A29-656761284BBF}" srcOrd="0" destOrd="0" parTransId="{455F1500-F4C2-434A-B7CF-7B7C07E1FD92}" sibTransId="{C1ADB4D6-89FA-453C-BB18-2D18CFBFDED9}"/>
    <dgm:cxn modelId="{D87A9B76-9A07-4D0D-851B-0B1A2299F692}" type="presOf" srcId="{3850F52D-F8A8-4C86-AD0D-EE42BFF9DCD0}" destId="{BCCF8B9E-51BD-416B-AEB3-B89E8E254AE0}" srcOrd="0" destOrd="0" presId="urn:microsoft.com/office/officeart/2005/8/layout/list1"/>
    <dgm:cxn modelId="{F7A4727F-B819-4438-B54D-942BA0596E8D}" type="presOf" srcId="{62B14C03-A390-40CF-9B29-2A2BB1904ADC}" destId="{0704A1F8-0CAC-4AFF-BE47-AB1FFC328263}" srcOrd="0" destOrd="0" presId="urn:microsoft.com/office/officeart/2005/8/layout/list1"/>
    <dgm:cxn modelId="{D6026687-9753-43A8-9159-93A557289982}" type="presOf" srcId="{9ED32DFE-D107-4E69-BF3A-EA9FB70351E0}" destId="{CFA7AF1E-C57A-4B3B-9CDB-34318E109D2E}" srcOrd="0" destOrd="0" presId="urn:microsoft.com/office/officeart/2005/8/layout/list1"/>
    <dgm:cxn modelId="{77703C92-F11A-4F63-9185-88EB977178D2}" srcId="{A9ED0A4E-3093-4891-8A29-656761284BBF}" destId="{9ED32DFE-D107-4E69-BF3A-EA9FB70351E0}" srcOrd="0" destOrd="0" parTransId="{160871CF-7593-4E32-8B5F-6F8D9EF7776A}" sibTransId="{5F62F0D8-B3FB-419A-8E9D-E4286FEBA260}"/>
    <dgm:cxn modelId="{A6190D98-711F-49EF-A203-10305B912646}" type="presOf" srcId="{0F20F6C9-33D1-4476-B866-755811B22FBD}" destId="{050077BD-50B1-4825-A31A-3A244EFB0B06}" srcOrd="0" destOrd="0" presId="urn:microsoft.com/office/officeart/2005/8/layout/list1"/>
    <dgm:cxn modelId="{F3063DA1-6711-421B-B168-E2AE3A79F045}" type="presOf" srcId="{3850F52D-F8A8-4C86-AD0D-EE42BFF9DCD0}" destId="{1A6A3A3E-229B-45DC-A347-3E0A6737BD20}" srcOrd="1" destOrd="0" presId="urn:microsoft.com/office/officeart/2005/8/layout/list1"/>
    <dgm:cxn modelId="{C401B0C5-A5F2-4403-B7E7-E851CF826AEB}" srcId="{3850F52D-F8A8-4C86-AD0D-EE42BFF9DCD0}" destId="{9FD241BA-212F-440B-83B3-26CF613F7DE9}" srcOrd="1" destOrd="0" parTransId="{9FBF0000-282C-4F25-B0B6-2F72D6615C05}" sibTransId="{90168B64-3AE3-4CD3-A20D-0AD085EDC9A9}"/>
    <dgm:cxn modelId="{D3FC53DD-BA2A-4036-A83E-223311BFD78A}" type="presOf" srcId="{32923697-EAA1-4664-B532-231954FBA377}" destId="{13FF2CB2-1F48-4689-A4B8-9EE4C980D470}" srcOrd="0" destOrd="3" presId="urn:microsoft.com/office/officeart/2005/8/layout/list1"/>
    <dgm:cxn modelId="{E2860DDE-0A09-4DEB-BCFB-BD2BDBB7C59F}" type="presOf" srcId="{0F20F6C9-33D1-4476-B866-755811B22FBD}" destId="{4331E353-6C47-4A53-82BA-57A03C4139A0}" srcOrd="1" destOrd="0" presId="urn:microsoft.com/office/officeart/2005/8/layout/list1"/>
    <dgm:cxn modelId="{C7DB61E5-400A-462A-A6D6-D8606F495E5C}" srcId="{36E5A1BC-D88D-4E34-967F-9387ECEE9845}" destId="{0F20F6C9-33D1-4476-B866-755811B22FBD}" srcOrd="3" destOrd="0" parTransId="{DD77152D-1405-4942-9E14-F195574BAB8A}" sibTransId="{EA62F9AB-E9A0-4F23-971F-ADCA089159A1}"/>
    <dgm:cxn modelId="{EB72D0EC-5F53-4619-BE06-F962AD892A55}" srcId="{36E5A1BC-D88D-4E34-967F-9387ECEE9845}" destId="{62B14C03-A390-40CF-9B29-2A2BB1904ADC}" srcOrd="2" destOrd="0" parTransId="{50B2C43D-FB2D-4BBF-B6C3-C0A65E1FF2E5}" sibTransId="{68533A8B-F150-4092-9E39-0F058E3967C3}"/>
    <dgm:cxn modelId="{633EDEF3-72D6-4395-B73C-F1C8B9E1B8FF}" type="presOf" srcId="{36E5A1BC-D88D-4E34-967F-9387ECEE9845}" destId="{2B1A7AB1-452C-4F17-804F-51EF7643856A}" srcOrd="0" destOrd="0" presId="urn:microsoft.com/office/officeart/2005/8/layout/list1"/>
    <dgm:cxn modelId="{979DAD36-8081-435E-97EE-6632B16EDBAE}" type="presParOf" srcId="{2B1A7AB1-452C-4F17-804F-51EF7643856A}" destId="{30054EC6-5400-4095-B6A2-EC7F578253BA}" srcOrd="0" destOrd="0" presId="urn:microsoft.com/office/officeart/2005/8/layout/list1"/>
    <dgm:cxn modelId="{4A4700D4-A432-4E2A-B17D-B9652645C5E9}" type="presParOf" srcId="{30054EC6-5400-4095-B6A2-EC7F578253BA}" destId="{8247D276-D821-4C54-A2B2-7ECB18B5A064}" srcOrd="0" destOrd="0" presId="urn:microsoft.com/office/officeart/2005/8/layout/list1"/>
    <dgm:cxn modelId="{342777AA-0A50-4DBE-ACEF-F478AAEB1E18}" type="presParOf" srcId="{30054EC6-5400-4095-B6A2-EC7F578253BA}" destId="{121A5784-CE72-4EB1-9D3A-2756AD1017DF}" srcOrd="1" destOrd="0" presId="urn:microsoft.com/office/officeart/2005/8/layout/list1"/>
    <dgm:cxn modelId="{45304AC7-5E28-4983-8D49-5723A0E8C620}" type="presParOf" srcId="{2B1A7AB1-452C-4F17-804F-51EF7643856A}" destId="{53661EB5-DBEF-4B2D-8443-CA2774619749}" srcOrd="1" destOrd="0" presId="urn:microsoft.com/office/officeart/2005/8/layout/list1"/>
    <dgm:cxn modelId="{799F7D05-7384-42E3-BAB5-0C63DC0121A7}" type="presParOf" srcId="{2B1A7AB1-452C-4F17-804F-51EF7643856A}" destId="{CFA7AF1E-C57A-4B3B-9CDB-34318E109D2E}" srcOrd="2" destOrd="0" presId="urn:microsoft.com/office/officeart/2005/8/layout/list1"/>
    <dgm:cxn modelId="{1865697E-658A-4397-BF71-44BD76A8778E}" type="presParOf" srcId="{2B1A7AB1-452C-4F17-804F-51EF7643856A}" destId="{06B33FF7-54FC-407F-8667-0C1F6075FCD9}" srcOrd="3" destOrd="0" presId="urn:microsoft.com/office/officeart/2005/8/layout/list1"/>
    <dgm:cxn modelId="{E881CEE8-5B8D-4168-AF4D-6E5FA65CFC59}" type="presParOf" srcId="{2B1A7AB1-452C-4F17-804F-51EF7643856A}" destId="{DC498748-E136-47DD-98C6-1ABAD7C3C066}" srcOrd="4" destOrd="0" presId="urn:microsoft.com/office/officeart/2005/8/layout/list1"/>
    <dgm:cxn modelId="{1182C853-2333-4081-AF63-938875241AAF}" type="presParOf" srcId="{DC498748-E136-47DD-98C6-1ABAD7C3C066}" destId="{BCCF8B9E-51BD-416B-AEB3-B89E8E254AE0}" srcOrd="0" destOrd="0" presId="urn:microsoft.com/office/officeart/2005/8/layout/list1"/>
    <dgm:cxn modelId="{10C0CF23-D945-4A86-9E6D-E744E81C0155}" type="presParOf" srcId="{DC498748-E136-47DD-98C6-1ABAD7C3C066}" destId="{1A6A3A3E-229B-45DC-A347-3E0A6737BD20}" srcOrd="1" destOrd="0" presId="urn:microsoft.com/office/officeart/2005/8/layout/list1"/>
    <dgm:cxn modelId="{6EC53E4B-FC8D-464A-B392-55354BAE1366}" type="presParOf" srcId="{2B1A7AB1-452C-4F17-804F-51EF7643856A}" destId="{15C28B8E-4ADF-497F-A091-4529711A49B9}" srcOrd="5" destOrd="0" presId="urn:microsoft.com/office/officeart/2005/8/layout/list1"/>
    <dgm:cxn modelId="{B4DB8AB0-764A-46A1-9C68-7F107188B6E5}" type="presParOf" srcId="{2B1A7AB1-452C-4F17-804F-51EF7643856A}" destId="{13FF2CB2-1F48-4689-A4B8-9EE4C980D470}" srcOrd="6" destOrd="0" presId="urn:microsoft.com/office/officeart/2005/8/layout/list1"/>
    <dgm:cxn modelId="{E5597ABD-2217-4B43-B7AC-6931DB686AE3}" type="presParOf" srcId="{2B1A7AB1-452C-4F17-804F-51EF7643856A}" destId="{C8ECA2FE-4320-41A4-96B8-D2FD15F17902}" srcOrd="7" destOrd="0" presId="urn:microsoft.com/office/officeart/2005/8/layout/list1"/>
    <dgm:cxn modelId="{54A9CC1F-ED7C-41CC-85DC-30231B7A82C9}" type="presParOf" srcId="{2B1A7AB1-452C-4F17-804F-51EF7643856A}" destId="{FD51B0B7-513E-4805-BE7E-BC49AEA6DFC7}" srcOrd="8" destOrd="0" presId="urn:microsoft.com/office/officeart/2005/8/layout/list1"/>
    <dgm:cxn modelId="{AF7C6925-8FF8-4840-A339-D7770F59B214}" type="presParOf" srcId="{FD51B0B7-513E-4805-BE7E-BC49AEA6DFC7}" destId="{0704A1F8-0CAC-4AFF-BE47-AB1FFC328263}" srcOrd="0" destOrd="0" presId="urn:microsoft.com/office/officeart/2005/8/layout/list1"/>
    <dgm:cxn modelId="{84D0C6D9-E0B2-405F-AE56-3B1F8DE9DB2B}" type="presParOf" srcId="{FD51B0B7-513E-4805-BE7E-BC49AEA6DFC7}" destId="{EF786FA7-3280-452B-A9D1-448A9918BEB6}" srcOrd="1" destOrd="0" presId="urn:microsoft.com/office/officeart/2005/8/layout/list1"/>
    <dgm:cxn modelId="{482AC16B-5286-4ABF-91F2-461F3B9D417E}" type="presParOf" srcId="{2B1A7AB1-452C-4F17-804F-51EF7643856A}" destId="{6E4D6F08-6704-4050-89D8-A5DE53B74F49}" srcOrd="9" destOrd="0" presId="urn:microsoft.com/office/officeart/2005/8/layout/list1"/>
    <dgm:cxn modelId="{5FD6D82B-5FE9-4178-A2A1-0DB7A33D4542}" type="presParOf" srcId="{2B1A7AB1-452C-4F17-804F-51EF7643856A}" destId="{4EA2B576-E667-4542-B811-D63371A2F187}" srcOrd="10" destOrd="0" presId="urn:microsoft.com/office/officeart/2005/8/layout/list1"/>
    <dgm:cxn modelId="{D066294E-DC63-426C-A371-2840E51802DA}" type="presParOf" srcId="{2B1A7AB1-452C-4F17-804F-51EF7643856A}" destId="{A4B27C8A-AE76-4DBA-B2CE-D9AB033D2E5D}" srcOrd="11" destOrd="0" presId="urn:microsoft.com/office/officeart/2005/8/layout/list1"/>
    <dgm:cxn modelId="{52B03166-92A4-40D3-BE25-08973FD288D8}" type="presParOf" srcId="{2B1A7AB1-452C-4F17-804F-51EF7643856A}" destId="{541A48E5-C6C1-4335-A45A-6ABB2D2443F1}" srcOrd="12" destOrd="0" presId="urn:microsoft.com/office/officeart/2005/8/layout/list1"/>
    <dgm:cxn modelId="{A6AB2FEE-A9F0-43DC-A54A-BA4C086CA960}" type="presParOf" srcId="{541A48E5-C6C1-4335-A45A-6ABB2D2443F1}" destId="{050077BD-50B1-4825-A31A-3A244EFB0B06}" srcOrd="0" destOrd="0" presId="urn:microsoft.com/office/officeart/2005/8/layout/list1"/>
    <dgm:cxn modelId="{2CFE3C37-5470-402D-AA2B-D52FDC70E69C}" type="presParOf" srcId="{541A48E5-C6C1-4335-A45A-6ABB2D2443F1}" destId="{4331E353-6C47-4A53-82BA-57A03C4139A0}" srcOrd="1" destOrd="0" presId="urn:microsoft.com/office/officeart/2005/8/layout/list1"/>
    <dgm:cxn modelId="{23255A45-585B-4A5D-9923-DDC7B505F7E0}" type="presParOf" srcId="{2B1A7AB1-452C-4F17-804F-51EF7643856A}" destId="{B6564438-F3B6-46A8-99E2-D6CA2FED4881}" srcOrd="13" destOrd="0" presId="urn:microsoft.com/office/officeart/2005/8/layout/list1"/>
    <dgm:cxn modelId="{62B07846-F5D5-43B7-9ABA-EE105445F6B2}" type="presParOf" srcId="{2B1A7AB1-452C-4F17-804F-51EF7643856A}" destId="{F25827DB-2A0A-4C43-B8A9-C30A9FE82C38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6E5A1BC-D88D-4E34-967F-9387ECEE9845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9ED0A4E-3093-4891-8A29-656761284BBF}">
      <dgm:prSet/>
      <dgm:spPr/>
      <dgm:t>
        <a:bodyPr/>
        <a:lstStyle/>
        <a:p>
          <a:r>
            <a:rPr lang="en-US" dirty="0"/>
            <a:t>AP – Access point</a:t>
          </a:r>
        </a:p>
      </dgm:t>
    </dgm:pt>
    <dgm:pt modelId="{455F1500-F4C2-434A-B7CF-7B7C07E1FD92}" type="parTrans" cxnId="{CAB59351-E865-46AE-822C-191C68ED6E49}">
      <dgm:prSet/>
      <dgm:spPr/>
      <dgm:t>
        <a:bodyPr/>
        <a:lstStyle/>
        <a:p>
          <a:endParaRPr lang="en-US"/>
        </a:p>
      </dgm:t>
    </dgm:pt>
    <dgm:pt modelId="{C1ADB4D6-89FA-453C-BB18-2D18CFBFDED9}" type="sibTrans" cxnId="{CAB59351-E865-46AE-822C-191C68ED6E49}">
      <dgm:prSet/>
      <dgm:spPr/>
      <dgm:t>
        <a:bodyPr/>
        <a:lstStyle/>
        <a:p>
          <a:endParaRPr lang="en-US"/>
        </a:p>
      </dgm:t>
    </dgm:pt>
    <dgm:pt modelId="{3850F52D-F8A8-4C86-AD0D-EE42BFF9DCD0}">
      <dgm:prSet/>
      <dgm:spPr/>
      <dgm:t>
        <a:bodyPr/>
        <a:lstStyle/>
        <a:p>
          <a:r>
            <a:rPr lang="en-US" dirty="0"/>
            <a:t>STA – Station</a:t>
          </a:r>
        </a:p>
      </dgm:t>
    </dgm:pt>
    <dgm:pt modelId="{AE571FD5-B39B-4327-A824-D91CD48ECBA2}" type="parTrans" cxnId="{3F241A61-46B7-473B-A893-A80C3A1A6147}">
      <dgm:prSet/>
      <dgm:spPr/>
      <dgm:t>
        <a:bodyPr/>
        <a:lstStyle/>
        <a:p>
          <a:endParaRPr lang="en-US"/>
        </a:p>
      </dgm:t>
    </dgm:pt>
    <dgm:pt modelId="{9874650C-8C06-4650-ADC1-69CEE7FD4191}" type="sibTrans" cxnId="{3F241A61-46B7-473B-A893-A80C3A1A6147}">
      <dgm:prSet/>
      <dgm:spPr/>
      <dgm:t>
        <a:bodyPr/>
        <a:lstStyle/>
        <a:p>
          <a:endParaRPr lang="en-US"/>
        </a:p>
      </dgm:t>
    </dgm:pt>
    <dgm:pt modelId="{876406C1-47B4-46AE-9B6E-DFADA2A2C446}">
      <dgm:prSet/>
      <dgm:spPr/>
      <dgm:t>
        <a:bodyPr/>
        <a:lstStyle/>
        <a:p>
          <a:r>
            <a:rPr lang="en-US"/>
            <a:t>An end point device </a:t>
          </a:r>
          <a:endParaRPr lang="en-US" dirty="0"/>
        </a:p>
      </dgm:t>
    </dgm:pt>
    <dgm:pt modelId="{3F0CA73F-CEE1-4011-84ED-ED0DF749AED2}" type="parTrans" cxnId="{4B81C570-7BEE-4BD0-8D14-D68D39191F91}">
      <dgm:prSet/>
      <dgm:spPr/>
      <dgm:t>
        <a:bodyPr/>
        <a:lstStyle/>
        <a:p>
          <a:endParaRPr lang="en-US"/>
        </a:p>
      </dgm:t>
    </dgm:pt>
    <dgm:pt modelId="{92ACAAF2-0544-44B2-808C-FD306F51627B}" type="sibTrans" cxnId="{4B81C570-7BEE-4BD0-8D14-D68D39191F91}">
      <dgm:prSet/>
      <dgm:spPr/>
      <dgm:t>
        <a:bodyPr/>
        <a:lstStyle/>
        <a:p>
          <a:endParaRPr lang="en-US"/>
        </a:p>
      </dgm:t>
    </dgm:pt>
    <dgm:pt modelId="{A66DEE85-B1E7-4BC9-8A6D-C269088C7814}">
      <dgm:prSet/>
      <dgm:spPr/>
      <dgm:t>
        <a:bodyPr/>
        <a:lstStyle/>
        <a:p>
          <a:r>
            <a:rPr lang="en-US" dirty="0"/>
            <a:t>Enable the creation of a local Wi-Fi network</a:t>
          </a:r>
        </a:p>
      </dgm:t>
    </dgm:pt>
    <dgm:pt modelId="{04B9140B-EBE8-423B-9443-79BD8FAE43A6}" type="parTrans" cxnId="{12C9E041-EADF-43CB-8F70-FB1F0687EE82}">
      <dgm:prSet/>
      <dgm:spPr/>
      <dgm:t>
        <a:bodyPr/>
        <a:lstStyle/>
        <a:p>
          <a:endParaRPr lang="en-US"/>
        </a:p>
      </dgm:t>
    </dgm:pt>
    <dgm:pt modelId="{DF0DEE6A-EDC6-41D5-9FFA-A1DB8FDF8F44}" type="sibTrans" cxnId="{12C9E041-EADF-43CB-8F70-FB1F0687EE82}">
      <dgm:prSet/>
      <dgm:spPr/>
      <dgm:t>
        <a:bodyPr/>
        <a:lstStyle/>
        <a:p>
          <a:endParaRPr lang="en-US"/>
        </a:p>
      </dgm:t>
    </dgm:pt>
    <dgm:pt modelId="{33397C76-71C2-4DEE-9686-D63CBB990AFF}">
      <dgm:prSet/>
      <dgm:spPr/>
      <dgm:t>
        <a:bodyPr/>
        <a:lstStyle/>
        <a:p>
          <a:r>
            <a:rPr lang="en-US" dirty="0"/>
            <a:t>We connect to access point</a:t>
          </a:r>
        </a:p>
      </dgm:t>
    </dgm:pt>
    <dgm:pt modelId="{5A318120-FECB-4E9E-AC70-7BF8A9B5A2F7}" type="parTrans" cxnId="{9CF306CD-3DFF-4326-8DDF-F53B54B95582}">
      <dgm:prSet/>
      <dgm:spPr/>
      <dgm:t>
        <a:bodyPr/>
        <a:lstStyle/>
        <a:p>
          <a:endParaRPr lang="en-US"/>
        </a:p>
      </dgm:t>
    </dgm:pt>
    <dgm:pt modelId="{C1A7DF9F-2412-47D9-88B5-622BF5F8C9BF}" type="sibTrans" cxnId="{9CF306CD-3DFF-4326-8DDF-F53B54B95582}">
      <dgm:prSet/>
      <dgm:spPr/>
      <dgm:t>
        <a:bodyPr/>
        <a:lstStyle/>
        <a:p>
          <a:endParaRPr lang="en-US"/>
        </a:p>
      </dgm:t>
    </dgm:pt>
    <dgm:pt modelId="{49014773-50C6-4286-B1FD-163B05849F8E}">
      <dgm:prSet/>
      <dgm:spPr/>
      <dgm:t>
        <a:bodyPr/>
        <a:lstStyle/>
        <a:p>
          <a:r>
            <a:rPr lang="en-US" b="1" u="sng"/>
            <a:t>With or without</a:t>
          </a:r>
          <a:r>
            <a:rPr lang="en-US"/>
            <a:t> access to the internet</a:t>
          </a:r>
          <a:endParaRPr lang="en-US" dirty="0"/>
        </a:p>
      </dgm:t>
    </dgm:pt>
    <dgm:pt modelId="{3C980BB8-594F-4376-9AFB-667FF6E5B882}" type="parTrans" cxnId="{EA40BB2B-BD6F-4AF9-A87A-134A5B2AD146}">
      <dgm:prSet/>
      <dgm:spPr/>
      <dgm:t>
        <a:bodyPr/>
        <a:lstStyle/>
        <a:p>
          <a:endParaRPr lang="en-US"/>
        </a:p>
      </dgm:t>
    </dgm:pt>
    <dgm:pt modelId="{C37D21C8-F87B-417E-BBAF-91343F5026DE}" type="sibTrans" cxnId="{EA40BB2B-BD6F-4AF9-A87A-134A5B2AD146}">
      <dgm:prSet/>
      <dgm:spPr/>
      <dgm:t>
        <a:bodyPr/>
        <a:lstStyle/>
        <a:p>
          <a:endParaRPr lang="en-US"/>
        </a:p>
      </dgm:t>
    </dgm:pt>
    <dgm:pt modelId="{17B85BC9-19B9-4714-87AA-15A0BBD8B7EF}">
      <dgm:prSet/>
      <dgm:spPr/>
      <dgm:t>
        <a:bodyPr/>
        <a:lstStyle/>
        <a:p>
          <a:r>
            <a:rPr lang="en-US" dirty="0"/>
            <a:t>Uses a specific channel which can be modified while operating</a:t>
          </a:r>
        </a:p>
      </dgm:t>
    </dgm:pt>
    <dgm:pt modelId="{A42E2C60-077C-4C60-BCAF-B936ED3B756D}" type="parTrans" cxnId="{0F9A4113-7631-46CB-80B7-C0E3C2106183}">
      <dgm:prSet/>
      <dgm:spPr/>
      <dgm:t>
        <a:bodyPr/>
        <a:lstStyle/>
        <a:p>
          <a:endParaRPr lang="en-US"/>
        </a:p>
      </dgm:t>
    </dgm:pt>
    <dgm:pt modelId="{ABCAC637-CDB8-47BA-B100-D57A1E603005}" type="sibTrans" cxnId="{0F9A4113-7631-46CB-80B7-C0E3C2106183}">
      <dgm:prSet/>
      <dgm:spPr/>
      <dgm:t>
        <a:bodyPr/>
        <a:lstStyle/>
        <a:p>
          <a:endParaRPr lang="en-US"/>
        </a:p>
      </dgm:t>
    </dgm:pt>
    <dgm:pt modelId="{8B93C79F-9BD7-4F0F-A485-F26F6F4565B8}">
      <dgm:prSet/>
      <dgm:spPr/>
      <dgm:t>
        <a:bodyPr/>
        <a:lstStyle/>
        <a:p>
          <a:r>
            <a:rPr lang="en-US"/>
            <a:t>Has limitation for number of connected devices</a:t>
          </a:r>
          <a:endParaRPr lang="en-US" dirty="0"/>
        </a:p>
      </dgm:t>
    </dgm:pt>
    <dgm:pt modelId="{BBD12821-3985-4A88-B14E-D5715059CE97}" type="parTrans" cxnId="{06421CA7-3B35-4C1B-9926-0CF9B2CC6AFD}">
      <dgm:prSet/>
      <dgm:spPr/>
      <dgm:t>
        <a:bodyPr/>
        <a:lstStyle/>
        <a:p>
          <a:endParaRPr lang="en-US"/>
        </a:p>
      </dgm:t>
    </dgm:pt>
    <dgm:pt modelId="{284CB801-564D-45E3-AE42-F2D5A52DA2F1}" type="sibTrans" cxnId="{06421CA7-3B35-4C1B-9926-0CF9B2CC6AFD}">
      <dgm:prSet/>
      <dgm:spPr/>
      <dgm:t>
        <a:bodyPr/>
        <a:lstStyle/>
        <a:p>
          <a:endParaRPr lang="en-US"/>
        </a:p>
      </dgm:t>
    </dgm:pt>
    <dgm:pt modelId="{4DB0153E-4829-47D5-BA17-958FD914245B}">
      <dgm:prSet/>
      <dgm:spPr/>
      <dgm:t>
        <a:bodyPr/>
        <a:lstStyle/>
        <a:p>
          <a:r>
            <a:rPr lang="en-US" dirty="0"/>
            <a:t>Has a name and an optional password</a:t>
          </a:r>
        </a:p>
      </dgm:t>
    </dgm:pt>
    <dgm:pt modelId="{170F29F3-5447-4DBE-9B54-3B211620FC23}" type="parTrans" cxnId="{57F03889-5A2C-4530-A77B-B61EA7BDDDCE}">
      <dgm:prSet/>
      <dgm:spPr/>
      <dgm:t>
        <a:bodyPr/>
        <a:lstStyle/>
        <a:p>
          <a:endParaRPr lang="en-US"/>
        </a:p>
      </dgm:t>
    </dgm:pt>
    <dgm:pt modelId="{1E8BF5BE-E649-4524-A0A7-1DB7875F3860}" type="sibTrans" cxnId="{57F03889-5A2C-4530-A77B-B61EA7BDDDCE}">
      <dgm:prSet/>
      <dgm:spPr/>
      <dgm:t>
        <a:bodyPr/>
        <a:lstStyle/>
        <a:p>
          <a:endParaRPr lang="en-US"/>
        </a:p>
      </dgm:t>
    </dgm:pt>
    <dgm:pt modelId="{A69816B9-E275-4094-B400-CD6B2DB7A935}">
      <dgm:prSet/>
      <dgm:spPr/>
      <dgm:t>
        <a:bodyPr/>
        <a:lstStyle/>
        <a:p>
          <a:r>
            <a:rPr lang="en-US" dirty="0"/>
            <a:t>Can use an encrypted communication protocol</a:t>
          </a:r>
        </a:p>
      </dgm:t>
    </dgm:pt>
    <dgm:pt modelId="{5AD264D2-587D-41D7-9421-8AD8EAE6E5BA}" type="parTrans" cxnId="{CFEAAF32-E303-4511-8778-0EDAF56C8B3A}">
      <dgm:prSet/>
      <dgm:spPr/>
      <dgm:t>
        <a:bodyPr/>
        <a:lstStyle/>
        <a:p>
          <a:endParaRPr lang="en-US"/>
        </a:p>
      </dgm:t>
    </dgm:pt>
    <dgm:pt modelId="{E60745B2-CEED-4904-8B8D-D25499BF480B}" type="sibTrans" cxnId="{CFEAAF32-E303-4511-8778-0EDAF56C8B3A}">
      <dgm:prSet/>
      <dgm:spPr/>
      <dgm:t>
        <a:bodyPr/>
        <a:lstStyle/>
        <a:p>
          <a:endParaRPr lang="en-US"/>
        </a:p>
      </dgm:t>
    </dgm:pt>
    <dgm:pt modelId="{B661A532-744C-4C6B-879B-971100410342}">
      <dgm:prSet/>
      <dgm:spPr/>
      <dgm:t>
        <a:bodyPr/>
        <a:lstStyle/>
        <a:p>
          <a:r>
            <a:rPr lang="en-US"/>
            <a:t>Connects to an AP</a:t>
          </a:r>
          <a:endParaRPr lang="en-US" dirty="0"/>
        </a:p>
      </dgm:t>
    </dgm:pt>
    <dgm:pt modelId="{BE0047A6-F4E0-4773-8409-66E887FCD5B1}" type="parTrans" cxnId="{52A7122A-7A0B-4C8A-9739-0CFD9F0744BC}">
      <dgm:prSet/>
      <dgm:spPr/>
      <dgm:t>
        <a:bodyPr/>
        <a:lstStyle/>
        <a:p>
          <a:endParaRPr lang="en-US"/>
        </a:p>
      </dgm:t>
    </dgm:pt>
    <dgm:pt modelId="{C26CC9B4-A587-4566-9D19-567C013D294C}" type="sibTrans" cxnId="{52A7122A-7A0B-4C8A-9739-0CFD9F0744BC}">
      <dgm:prSet/>
      <dgm:spPr/>
      <dgm:t>
        <a:bodyPr/>
        <a:lstStyle/>
        <a:p>
          <a:endParaRPr lang="en-US"/>
        </a:p>
      </dgm:t>
    </dgm:pt>
    <dgm:pt modelId="{CB1F10DA-256C-4468-A7B9-CB3CFEA457F4}">
      <dgm:prSet/>
      <dgm:spPr/>
      <dgm:t>
        <a:bodyPr/>
        <a:lstStyle/>
        <a:p>
          <a:r>
            <a:rPr lang="en-US"/>
            <a:t>While searching for an AP needs to scan different channels until found</a:t>
          </a:r>
          <a:endParaRPr lang="en-US" dirty="0"/>
        </a:p>
      </dgm:t>
    </dgm:pt>
    <dgm:pt modelId="{0500297E-5C8B-4F3A-9D14-B5023658D92C}" type="parTrans" cxnId="{5A821070-9F5D-4828-9F0E-9039ADBC68E8}">
      <dgm:prSet/>
      <dgm:spPr/>
      <dgm:t>
        <a:bodyPr/>
        <a:lstStyle/>
        <a:p>
          <a:endParaRPr lang="en-US"/>
        </a:p>
      </dgm:t>
    </dgm:pt>
    <dgm:pt modelId="{40AA5A50-2E03-4264-91A5-8DA05A846428}" type="sibTrans" cxnId="{5A821070-9F5D-4828-9F0E-9039ADBC68E8}">
      <dgm:prSet/>
      <dgm:spPr/>
      <dgm:t>
        <a:bodyPr/>
        <a:lstStyle/>
        <a:p>
          <a:endParaRPr lang="en-US"/>
        </a:p>
      </dgm:t>
    </dgm:pt>
    <dgm:pt modelId="{E8DF993A-5DD8-405E-9404-1D5C46DAC542}">
      <dgm:prSet/>
      <dgm:spPr/>
      <dgm:t>
        <a:bodyPr/>
        <a:lstStyle/>
        <a:p>
          <a:r>
            <a:rPr lang="en-US" dirty="0"/>
            <a:t>Station name and password can be saved on EEPROM, SPIFFS or SDCARD</a:t>
          </a:r>
        </a:p>
      </dgm:t>
    </dgm:pt>
    <dgm:pt modelId="{79E96997-B4D5-49D5-9847-987C2C8832A3}" type="parTrans" cxnId="{369E67DE-4302-4B31-8E80-48A5D7BACC46}">
      <dgm:prSet/>
      <dgm:spPr/>
      <dgm:t>
        <a:bodyPr/>
        <a:lstStyle/>
        <a:p>
          <a:endParaRPr lang="en-US"/>
        </a:p>
      </dgm:t>
    </dgm:pt>
    <dgm:pt modelId="{93111BAC-6964-4F77-8BDB-1FFFB7235119}" type="sibTrans" cxnId="{369E67DE-4302-4B31-8E80-48A5D7BACC46}">
      <dgm:prSet/>
      <dgm:spPr/>
      <dgm:t>
        <a:bodyPr/>
        <a:lstStyle/>
        <a:p>
          <a:endParaRPr lang="en-US"/>
        </a:p>
      </dgm:t>
    </dgm:pt>
    <dgm:pt modelId="{2B1A7AB1-452C-4F17-804F-51EF7643856A}" type="pres">
      <dgm:prSet presAssocID="{36E5A1BC-D88D-4E34-967F-9387ECEE9845}" presName="linear" presStyleCnt="0">
        <dgm:presLayoutVars>
          <dgm:dir/>
          <dgm:animLvl val="lvl"/>
          <dgm:resizeHandles val="exact"/>
        </dgm:presLayoutVars>
      </dgm:prSet>
      <dgm:spPr/>
    </dgm:pt>
    <dgm:pt modelId="{30054EC6-5400-4095-B6A2-EC7F578253BA}" type="pres">
      <dgm:prSet presAssocID="{A9ED0A4E-3093-4891-8A29-656761284BBF}" presName="parentLin" presStyleCnt="0"/>
      <dgm:spPr/>
    </dgm:pt>
    <dgm:pt modelId="{8247D276-D821-4C54-A2B2-7ECB18B5A064}" type="pres">
      <dgm:prSet presAssocID="{A9ED0A4E-3093-4891-8A29-656761284BBF}" presName="parentLeftMargin" presStyleLbl="node1" presStyleIdx="0" presStyleCnt="2"/>
      <dgm:spPr/>
    </dgm:pt>
    <dgm:pt modelId="{121A5784-CE72-4EB1-9D3A-2756AD1017DF}" type="pres">
      <dgm:prSet presAssocID="{A9ED0A4E-3093-4891-8A29-656761284BB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3661EB5-DBEF-4B2D-8443-CA2774619749}" type="pres">
      <dgm:prSet presAssocID="{A9ED0A4E-3093-4891-8A29-656761284BBF}" presName="negativeSpace" presStyleCnt="0"/>
      <dgm:spPr/>
    </dgm:pt>
    <dgm:pt modelId="{CFA7AF1E-C57A-4B3B-9CDB-34318E109D2E}" type="pres">
      <dgm:prSet presAssocID="{A9ED0A4E-3093-4891-8A29-656761284BBF}" presName="childText" presStyleLbl="conFgAcc1" presStyleIdx="0" presStyleCnt="2">
        <dgm:presLayoutVars>
          <dgm:bulletEnabled val="1"/>
        </dgm:presLayoutVars>
      </dgm:prSet>
      <dgm:spPr/>
    </dgm:pt>
    <dgm:pt modelId="{06B33FF7-54FC-407F-8667-0C1F6075FCD9}" type="pres">
      <dgm:prSet presAssocID="{C1ADB4D6-89FA-453C-BB18-2D18CFBFDED9}" presName="spaceBetweenRectangles" presStyleCnt="0"/>
      <dgm:spPr/>
    </dgm:pt>
    <dgm:pt modelId="{DC498748-E136-47DD-98C6-1ABAD7C3C066}" type="pres">
      <dgm:prSet presAssocID="{3850F52D-F8A8-4C86-AD0D-EE42BFF9DCD0}" presName="parentLin" presStyleCnt="0"/>
      <dgm:spPr/>
    </dgm:pt>
    <dgm:pt modelId="{BCCF8B9E-51BD-416B-AEB3-B89E8E254AE0}" type="pres">
      <dgm:prSet presAssocID="{3850F52D-F8A8-4C86-AD0D-EE42BFF9DCD0}" presName="parentLeftMargin" presStyleLbl="node1" presStyleIdx="0" presStyleCnt="2"/>
      <dgm:spPr/>
    </dgm:pt>
    <dgm:pt modelId="{1A6A3A3E-229B-45DC-A347-3E0A6737BD20}" type="pres">
      <dgm:prSet presAssocID="{3850F52D-F8A8-4C86-AD0D-EE42BFF9DCD0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15C28B8E-4ADF-497F-A091-4529711A49B9}" type="pres">
      <dgm:prSet presAssocID="{3850F52D-F8A8-4C86-AD0D-EE42BFF9DCD0}" presName="negativeSpace" presStyleCnt="0"/>
      <dgm:spPr/>
    </dgm:pt>
    <dgm:pt modelId="{13FF2CB2-1F48-4689-A4B8-9EE4C980D470}" type="pres">
      <dgm:prSet presAssocID="{3850F52D-F8A8-4C86-AD0D-EE42BFF9DCD0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CB475800-1E3D-4E95-AC67-1A11FD009FA1}" type="presOf" srcId="{4DB0153E-4829-47D5-BA17-958FD914245B}" destId="{CFA7AF1E-C57A-4B3B-9CDB-34318E109D2E}" srcOrd="0" destOrd="5" presId="urn:microsoft.com/office/officeart/2005/8/layout/list1"/>
    <dgm:cxn modelId="{0F9A4113-7631-46CB-80B7-C0E3C2106183}" srcId="{A9ED0A4E-3093-4891-8A29-656761284BBF}" destId="{17B85BC9-19B9-4714-87AA-15A0BBD8B7EF}" srcOrd="3" destOrd="0" parTransId="{A42E2C60-077C-4C60-BCAF-B936ED3B756D}" sibTransId="{ABCAC637-CDB8-47BA-B100-D57A1E603005}"/>
    <dgm:cxn modelId="{81F18221-CE05-4D80-8800-5C3EA8D1FEDD}" type="presOf" srcId="{33397C76-71C2-4DEE-9686-D63CBB990AFF}" destId="{CFA7AF1E-C57A-4B3B-9CDB-34318E109D2E}" srcOrd="0" destOrd="1" presId="urn:microsoft.com/office/officeart/2005/8/layout/list1"/>
    <dgm:cxn modelId="{52A7122A-7A0B-4C8A-9739-0CFD9F0744BC}" srcId="{3850F52D-F8A8-4C86-AD0D-EE42BFF9DCD0}" destId="{B661A532-744C-4C6B-879B-971100410342}" srcOrd="1" destOrd="0" parTransId="{BE0047A6-F4E0-4773-8409-66E887FCD5B1}" sibTransId="{C26CC9B4-A587-4566-9D19-567C013D294C}"/>
    <dgm:cxn modelId="{EA40BB2B-BD6F-4AF9-A87A-134A5B2AD146}" srcId="{A9ED0A4E-3093-4891-8A29-656761284BBF}" destId="{49014773-50C6-4286-B1FD-163B05849F8E}" srcOrd="2" destOrd="0" parTransId="{3C980BB8-594F-4376-9AFB-667FF6E5B882}" sibTransId="{C37D21C8-F87B-417E-BBAF-91343F5026DE}"/>
    <dgm:cxn modelId="{8C8B9A30-B66A-43E5-B5EE-ECAEEE4E6B49}" type="presOf" srcId="{8B93C79F-9BD7-4F0F-A485-F26F6F4565B8}" destId="{CFA7AF1E-C57A-4B3B-9CDB-34318E109D2E}" srcOrd="0" destOrd="4" presId="urn:microsoft.com/office/officeart/2005/8/layout/list1"/>
    <dgm:cxn modelId="{CFEAAF32-E303-4511-8778-0EDAF56C8B3A}" srcId="{A9ED0A4E-3093-4891-8A29-656761284BBF}" destId="{A69816B9-E275-4094-B400-CD6B2DB7A935}" srcOrd="6" destOrd="0" parTransId="{5AD264D2-587D-41D7-9421-8AD8EAE6E5BA}" sibTransId="{E60745B2-CEED-4904-8B8D-D25499BF480B}"/>
    <dgm:cxn modelId="{C497E05E-9717-47F1-9BA4-54E8278288F7}" type="presOf" srcId="{B661A532-744C-4C6B-879B-971100410342}" destId="{13FF2CB2-1F48-4689-A4B8-9EE4C980D470}" srcOrd="0" destOrd="1" presId="urn:microsoft.com/office/officeart/2005/8/layout/list1"/>
    <dgm:cxn modelId="{3F241A61-46B7-473B-A893-A80C3A1A6147}" srcId="{36E5A1BC-D88D-4E34-967F-9387ECEE9845}" destId="{3850F52D-F8A8-4C86-AD0D-EE42BFF9DCD0}" srcOrd="1" destOrd="0" parTransId="{AE571FD5-B39B-4327-A824-D91CD48ECBA2}" sibTransId="{9874650C-8C06-4650-ADC1-69CEE7FD4191}"/>
    <dgm:cxn modelId="{12C9E041-EADF-43CB-8F70-FB1F0687EE82}" srcId="{A9ED0A4E-3093-4891-8A29-656761284BBF}" destId="{A66DEE85-B1E7-4BC9-8A6D-C269088C7814}" srcOrd="0" destOrd="0" parTransId="{04B9140B-EBE8-423B-9443-79BD8FAE43A6}" sibTransId="{DF0DEE6A-EDC6-41D5-9FFA-A1DB8FDF8F44}"/>
    <dgm:cxn modelId="{5545C863-EED4-41D4-80AC-A28EF3463D59}" type="presOf" srcId="{49014773-50C6-4286-B1FD-163B05849F8E}" destId="{CFA7AF1E-C57A-4B3B-9CDB-34318E109D2E}" srcOrd="0" destOrd="2" presId="urn:microsoft.com/office/officeart/2005/8/layout/list1"/>
    <dgm:cxn modelId="{A49E5F64-7CD3-4F71-AFD5-047B1C180CD7}" type="presOf" srcId="{876406C1-47B4-46AE-9B6E-DFADA2A2C446}" destId="{13FF2CB2-1F48-4689-A4B8-9EE4C980D470}" srcOrd="0" destOrd="0" presId="urn:microsoft.com/office/officeart/2005/8/layout/list1"/>
    <dgm:cxn modelId="{EAA15264-88A4-4BE9-BD10-430835EC36AC}" type="presOf" srcId="{17B85BC9-19B9-4714-87AA-15A0BBD8B7EF}" destId="{CFA7AF1E-C57A-4B3B-9CDB-34318E109D2E}" srcOrd="0" destOrd="3" presId="urn:microsoft.com/office/officeart/2005/8/layout/list1"/>
    <dgm:cxn modelId="{3CD5686B-D045-4243-B192-D5427420164F}" type="presOf" srcId="{A9ED0A4E-3093-4891-8A29-656761284BBF}" destId="{8247D276-D821-4C54-A2B2-7ECB18B5A064}" srcOrd="0" destOrd="0" presId="urn:microsoft.com/office/officeart/2005/8/layout/list1"/>
    <dgm:cxn modelId="{45407A4B-F3C5-492D-9C4A-7B5EAD323EFF}" type="presOf" srcId="{A69816B9-E275-4094-B400-CD6B2DB7A935}" destId="{CFA7AF1E-C57A-4B3B-9CDB-34318E109D2E}" srcOrd="0" destOrd="6" presId="urn:microsoft.com/office/officeart/2005/8/layout/list1"/>
    <dgm:cxn modelId="{7B44BA6B-6D3F-46F6-BC23-36EB2BB7C38D}" type="presOf" srcId="{A9ED0A4E-3093-4891-8A29-656761284BBF}" destId="{121A5784-CE72-4EB1-9D3A-2756AD1017DF}" srcOrd="1" destOrd="0" presId="urn:microsoft.com/office/officeart/2005/8/layout/list1"/>
    <dgm:cxn modelId="{88D5544D-887E-49EB-BE03-9231ED38935C}" type="presOf" srcId="{CB1F10DA-256C-4468-A7B9-CB3CFEA457F4}" destId="{13FF2CB2-1F48-4689-A4B8-9EE4C980D470}" srcOrd="0" destOrd="2" presId="urn:microsoft.com/office/officeart/2005/8/layout/list1"/>
    <dgm:cxn modelId="{5A821070-9F5D-4828-9F0E-9039ADBC68E8}" srcId="{3850F52D-F8A8-4C86-AD0D-EE42BFF9DCD0}" destId="{CB1F10DA-256C-4468-A7B9-CB3CFEA457F4}" srcOrd="2" destOrd="0" parTransId="{0500297E-5C8B-4F3A-9D14-B5023658D92C}" sibTransId="{40AA5A50-2E03-4264-91A5-8DA05A846428}"/>
    <dgm:cxn modelId="{4B81C570-7BEE-4BD0-8D14-D68D39191F91}" srcId="{3850F52D-F8A8-4C86-AD0D-EE42BFF9DCD0}" destId="{876406C1-47B4-46AE-9B6E-DFADA2A2C446}" srcOrd="0" destOrd="0" parTransId="{3F0CA73F-CEE1-4011-84ED-ED0DF749AED2}" sibTransId="{92ACAAF2-0544-44B2-808C-FD306F51627B}"/>
    <dgm:cxn modelId="{CAB59351-E865-46AE-822C-191C68ED6E49}" srcId="{36E5A1BC-D88D-4E34-967F-9387ECEE9845}" destId="{A9ED0A4E-3093-4891-8A29-656761284BBF}" srcOrd="0" destOrd="0" parTransId="{455F1500-F4C2-434A-B7CF-7B7C07E1FD92}" sibTransId="{C1ADB4D6-89FA-453C-BB18-2D18CFBFDED9}"/>
    <dgm:cxn modelId="{D87A9B76-9A07-4D0D-851B-0B1A2299F692}" type="presOf" srcId="{3850F52D-F8A8-4C86-AD0D-EE42BFF9DCD0}" destId="{BCCF8B9E-51BD-416B-AEB3-B89E8E254AE0}" srcOrd="0" destOrd="0" presId="urn:microsoft.com/office/officeart/2005/8/layout/list1"/>
    <dgm:cxn modelId="{57F03889-5A2C-4530-A77B-B61EA7BDDDCE}" srcId="{A9ED0A4E-3093-4891-8A29-656761284BBF}" destId="{4DB0153E-4829-47D5-BA17-958FD914245B}" srcOrd="5" destOrd="0" parTransId="{170F29F3-5447-4DBE-9B54-3B211620FC23}" sibTransId="{1E8BF5BE-E649-4524-A0A7-1DB7875F3860}"/>
    <dgm:cxn modelId="{F3063DA1-6711-421B-B168-E2AE3A79F045}" type="presOf" srcId="{3850F52D-F8A8-4C86-AD0D-EE42BFF9DCD0}" destId="{1A6A3A3E-229B-45DC-A347-3E0A6737BD20}" srcOrd="1" destOrd="0" presId="urn:microsoft.com/office/officeart/2005/8/layout/list1"/>
    <dgm:cxn modelId="{06421CA7-3B35-4C1B-9926-0CF9B2CC6AFD}" srcId="{A9ED0A4E-3093-4891-8A29-656761284BBF}" destId="{8B93C79F-9BD7-4F0F-A485-F26F6F4565B8}" srcOrd="4" destOrd="0" parTransId="{BBD12821-3985-4A88-B14E-D5715059CE97}" sibTransId="{284CB801-564D-45E3-AE42-F2D5A52DA2F1}"/>
    <dgm:cxn modelId="{9CF306CD-3DFF-4326-8DDF-F53B54B95582}" srcId="{A9ED0A4E-3093-4891-8A29-656761284BBF}" destId="{33397C76-71C2-4DEE-9686-D63CBB990AFF}" srcOrd="1" destOrd="0" parTransId="{5A318120-FECB-4E9E-AC70-7BF8A9B5A2F7}" sibTransId="{C1A7DF9F-2412-47D9-88B5-622BF5F8C9BF}"/>
    <dgm:cxn modelId="{369E67DE-4302-4B31-8E80-48A5D7BACC46}" srcId="{3850F52D-F8A8-4C86-AD0D-EE42BFF9DCD0}" destId="{E8DF993A-5DD8-405E-9404-1D5C46DAC542}" srcOrd="3" destOrd="0" parTransId="{79E96997-B4D5-49D5-9847-987C2C8832A3}" sibTransId="{93111BAC-6964-4F77-8BDB-1FFFB7235119}"/>
    <dgm:cxn modelId="{5FB34FE3-DA56-40C1-81BC-6E283ADEA828}" type="presOf" srcId="{A66DEE85-B1E7-4BC9-8A6D-C269088C7814}" destId="{CFA7AF1E-C57A-4B3B-9CDB-34318E109D2E}" srcOrd="0" destOrd="0" presId="urn:microsoft.com/office/officeart/2005/8/layout/list1"/>
    <dgm:cxn modelId="{1218EFEA-974B-4FE2-A43B-ED40231A618A}" type="presOf" srcId="{E8DF993A-5DD8-405E-9404-1D5C46DAC542}" destId="{13FF2CB2-1F48-4689-A4B8-9EE4C980D470}" srcOrd="0" destOrd="3" presId="urn:microsoft.com/office/officeart/2005/8/layout/list1"/>
    <dgm:cxn modelId="{633EDEF3-72D6-4395-B73C-F1C8B9E1B8FF}" type="presOf" srcId="{36E5A1BC-D88D-4E34-967F-9387ECEE9845}" destId="{2B1A7AB1-452C-4F17-804F-51EF7643856A}" srcOrd="0" destOrd="0" presId="urn:microsoft.com/office/officeart/2005/8/layout/list1"/>
    <dgm:cxn modelId="{979DAD36-8081-435E-97EE-6632B16EDBAE}" type="presParOf" srcId="{2B1A7AB1-452C-4F17-804F-51EF7643856A}" destId="{30054EC6-5400-4095-B6A2-EC7F578253BA}" srcOrd="0" destOrd="0" presId="urn:microsoft.com/office/officeart/2005/8/layout/list1"/>
    <dgm:cxn modelId="{4A4700D4-A432-4E2A-B17D-B9652645C5E9}" type="presParOf" srcId="{30054EC6-5400-4095-B6A2-EC7F578253BA}" destId="{8247D276-D821-4C54-A2B2-7ECB18B5A064}" srcOrd="0" destOrd="0" presId="urn:microsoft.com/office/officeart/2005/8/layout/list1"/>
    <dgm:cxn modelId="{342777AA-0A50-4DBE-ACEF-F478AAEB1E18}" type="presParOf" srcId="{30054EC6-5400-4095-B6A2-EC7F578253BA}" destId="{121A5784-CE72-4EB1-9D3A-2756AD1017DF}" srcOrd="1" destOrd="0" presId="urn:microsoft.com/office/officeart/2005/8/layout/list1"/>
    <dgm:cxn modelId="{45304AC7-5E28-4983-8D49-5723A0E8C620}" type="presParOf" srcId="{2B1A7AB1-452C-4F17-804F-51EF7643856A}" destId="{53661EB5-DBEF-4B2D-8443-CA2774619749}" srcOrd="1" destOrd="0" presId="urn:microsoft.com/office/officeart/2005/8/layout/list1"/>
    <dgm:cxn modelId="{799F7D05-7384-42E3-BAB5-0C63DC0121A7}" type="presParOf" srcId="{2B1A7AB1-452C-4F17-804F-51EF7643856A}" destId="{CFA7AF1E-C57A-4B3B-9CDB-34318E109D2E}" srcOrd="2" destOrd="0" presId="urn:microsoft.com/office/officeart/2005/8/layout/list1"/>
    <dgm:cxn modelId="{1865697E-658A-4397-BF71-44BD76A8778E}" type="presParOf" srcId="{2B1A7AB1-452C-4F17-804F-51EF7643856A}" destId="{06B33FF7-54FC-407F-8667-0C1F6075FCD9}" srcOrd="3" destOrd="0" presId="urn:microsoft.com/office/officeart/2005/8/layout/list1"/>
    <dgm:cxn modelId="{E881CEE8-5B8D-4168-AF4D-6E5FA65CFC59}" type="presParOf" srcId="{2B1A7AB1-452C-4F17-804F-51EF7643856A}" destId="{DC498748-E136-47DD-98C6-1ABAD7C3C066}" srcOrd="4" destOrd="0" presId="urn:microsoft.com/office/officeart/2005/8/layout/list1"/>
    <dgm:cxn modelId="{1182C853-2333-4081-AF63-938875241AAF}" type="presParOf" srcId="{DC498748-E136-47DD-98C6-1ABAD7C3C066}" destId="{BCCF8B9E-51BD-416B-AEB3-B89E8E254AE0}" srcOrd="0" destOrd="0" presId="urn:microsoft.com/office/officeart/2005/8/layout/list1"/>
    <dgm:cxn modelId="{10C0CF23-D945-4A86-9E6D-E744E81C0155}" type="presParOf" srcId="{DC498748-E136-47DD-98C6-1ABAD7C3C066}" destId="{1A6A3A3E-229B-45DC-A347-3E0A6737BD20}" srcOrd="1" destOrd="0" presId="urn:microsoft.com/office/officeart/2005/8/layout/list1"/>
    <dgm:cxn modelId="{6EC53E4B-FC8D-464A-B392-55354BAE1366}" type="presParOf" srcId="{2B1A7AB1-452C-4F17-804F-51EF7643856A}" destId="{15C28B8E-4ADF-497F-A091-4529711A49B9}" srcOrd="5" destOrd="0" presId="urn:microsoft.com/office/officeart/2005/8/layout/list1"/>
    <dgm:cxn modelId="{B4DB8AB0-764A-46A1-9C68-7F107188B6E5}" type="presParOf" srcId="{2B1A7AB1-452C-4F17-804F-51EF7643856A}" destId="{13FF2CB2-1F48-4689-A4B8-9EE4C980D470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6E5A1BC-D88D-4E34-967F-9387ECEE9845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9ED0A4E-3093-4891-8A29-656761284BBF}">
      <dgm:prSet/>
      <dgm:spPr/>
      <dgm:t>
        <a:bodyPr/>
        <a:lstStyle/>
        <a:p>
          <a:r>
            <a:rPr lang="en-US" dirty="0"/>
            <a:t>Hyper Text Markup Language</a:t>
          </a:r>
        </a:p>
      </dgm:t>
    </dgm:pt>
    <dgm:pt modelId="{455F1500-F4C2-434A-B7CF-7B7C07E1FD92}" type="parTrans" cxnId="{CAB59351-E865-46AE-822C-191C68ED6E49}">
      <dgm:prSet/>
      <dgm:spPr/>
      <dgm:t>
        <a:bodyPr/>
        <a:lstStyle/>
        <a:p>
          <a:endParaRPr lang="en-US"/>
        </a:p>
      </dgm:t>
    </dgm:pt>
    <dgm:pt modelId="{C1ADB4D6-89FA-453C-BB18-2D18CFBFDED9}" type="sibTrans" cxnId="{CAB59351-E865-46AE-822C-191C68ED6E49}">
      <dgm:prSet/>
      <dgm:spPr/>
      <dgm:t>
        <a:bodyPr/>
        <a:lstStyle/>
        <a:p>
          <a:endParaRPr lang="en-US"/>
        </a:p>
      </dgm:t>
    </dgm:pt>
    <dgm:pt modelId="{A66DEE85-B1E7-4BC9-8A6D-C269088C7814}">
      <dgm:prSet/>
      <dgm:spPr/>
      <dgm:t>
        <a:bodyPr/>
        <a:lstStyle/>
        <a:p>
          <a:r>
            <a:rPr lang="en-US"/>
            <a:t>Is the standard markup language for documents designed to be displayed in a web browser</a:t>
          </a:r>
          <a:endParaRPr lang="en-US" dirty="0"/>
        </a:p>
      </dgm:t>
    </dgm:pt>
    <dgm:pt modelId="{04B9140B-EBE8-423B-9443-79BD8FAE43A6}" type="parTrans" cxnId="{12C9E041-EADF-43CB-8F70-FB1F0687EE82}">
      <dgm:prSet/>
      <dgm:spPr/>
      <dgm:t>
        <a:bodyPr/>
        <a:lstStyle/>
        <a:p>
          <a:endParaRPr lang="en-US"/>
        </a:p>
      </dgm:t>
    </dgm:pt>
    <dgm:pt modelId="{DF0DEE6A-EDC6-41D5-9FFA-A1DB8FDF8F44}" type="sibTrans" cxnId="{12C9E041-EADF-43CB-8F70-FB1F0687EE82}">
      <dgm:prSet/>
      <dgm:spPr/>
      <dgm:t>
        <a:bodyPr/>
        <a:lstStyle/>
        <a:p>
          <a:endParaRPr lang="en-US"/>
        </a:p>
      </dgm:t>
    </dgm:pt>
    <dgm:pt modelId="{19D15F59-6F20-436B-A228-8E94D920CDC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It can be assisted by technologies such as </a:t>
          </a:r>
          <a:r>
            <a:rPr lang="en-US" b="1"/>
            <a:t>Cascading Style Sheets (CSS)</a:t>
          </a:r>
          <a:r>
            <a:rPr lang="en-US"/>
            <a:t> and scripting languages such as </a:t>
          </a:r>
          <a:r>
            <a:rPr lang="en-US" b="1"/>
            <a:t>JavaScript</a:t>
          </a:r>
          <a:endParaRPr lang="en-US" b="1" dirty="0"/>
        </a:p>
      </dgm:t>
    </dgm:pt>
    <dgm:pt modelId="{E8DBBB0A-2476-49B9-885A-3169B2972798}" type="parTrans" cxnId="{F2D0C280-7362-4F83-B12F-A5D6BCD3A154}">
      <dgm:prSet/>
      <dgm:spPr/>
      <dgm:t>
        <a:bodyPr/>
        <a:lstStyle/>
        <a:p>
          <a:endParaRPr lang="en-US"/>
        </a:p>
      </dgm:t>
    </dgm:pt>
    <dgm:pt modelId="{F49D7445-4F3F-4DE2-9C8D-BF04A708937E}" type="sibTrans" cxnId="{F2D0C280-7362-4F83-B12F-A5D6BCD3A154}">
      <dgm:prSet/>
      <dgm:spPr/>
      <dgm:t>
        <a:bodyPr/>
        <a:lstStyle/>
        <a:p>
          <a:endParaRPr lang="en-US"/>
        </a:p>
      </dgm:t>
    </dgm:pt>
    <dgm:pt modelId="{5EFA3724-D8ED-43CF-A9C4-161F82BD433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>
              <a:hlinkClick xmlns:r="http://schemas.openxmlformats.org/officeDocument/2006/relationships" r:id="rId1"/>
            </a:rPr>
            <a:t>https://www.w3schools.com/</a:t>
          </a:r>
          <a:r>
            <a:rPr lang="en-US" b="1" dirty="0"/>
            <a:t> - great site for learning and designing web pages</a:t>
          </a:r>
        </a:p>
      </dgm:t>
    </dgm:pt>
    <dgm:pt modelId="{6DE42EF0-D53B-4326-865D-615ADEAD7B31}" type="parTrans" cxnId="{D086FB20-CD5E-49B3-8C46-E169F4C6D4CD}">
      <dgm:prSet/>
      <dgm:spPr/>
      <dgm:t>
        <a:bodyPr/>
        <a:lstStyle/>
        <a:p>
          <a:endParaRPr lang="en-US"/>
        </a:p>
      </dgm:t>
    </dgm:pt>
    <dgm:pt modelId="{01ED83A4-AFBF-48B7-89A0-585ED8B79917}" type="sibTrans" cxnId="{D086FB20-CD5E-49B3-8C46-E169F4C6D4CD}">
      <dgm:prSet/>
      <dgm:spPr/>
      <dgm:t>
        <a:bodyPr/>
        <a:lstStyle/>
        <a:p>
          <a:endParaRPr lang="en-US"/>
        </a:p>
      </dgm:t>
    </dgm:pt>
    <dgm:pt modelId="{2B1A7AB1-452C-4F17-804F-51EF7643856A}" type="pres">
      <dgm:prSet presAssocID="{36E5A1BC-D88D-4E34-967F-9387ECEE9845}" presName="linear" presStyleCnt="0">
        <dgm:presLayoutVars>
          <dgm:dir/>
          <dgm:animLvl val="lvl"/>
          <dgm:resizeHandles val="exact"/>
        </dgm:presLayoutVars>
      </dgm:prSet>
      <dgm:spPr/>
    </dgm:pt>
    <dgm:pt modelId="{30054EC6-5400-4095-B6A2-EC7F578253BA}" type="pres">
      <dgm:prSet presAssocID="{A9ED0A4E-3093-4891-8A29-656761284BBF}" presName="parentLin" presStyleCnt="0"/>
      <dgm:spPr/>
    </dgm:pt>
    <dgm:pt modelId="{8247D276-D821-4C54-A2B2-7ECB18B5A064}" type="pres">
      <dgm:prSet presAssocID="{A9ED0A4E-3093-4891-8A29-656761284BBF}" presName="parentLeftMargin" presStyleLbl="node1" presStyleIdx="0" presStyleCnt="1"/>
      <dgm:spPr/>
    </dgm:pt>
    <dgm:pt modelId="{121A5784-CE72-4EB1-9D3A-2756AD1017DF}" type="pres">
      <dgm:prSet presAssocID="{A9ED0A4E-3093-4891-8A29-656761284BBF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53661EB5-DBEF-4B2D-8443-CA2774619749}" type="pres">
      <dgm:prSet presAssocID="{A9ED0A4E-3093-4891-8A29-656761284BBF}" presName="negativeSpace" presStyleCnt="0"/>
      <dgm:spPr/>
    </dgm:pt>
    <dgm:pt modelId="{CFA7AF1E-C57A-4B3B-9CDB-34318E109D2E}" type="pres">
      <dgm:prSet presAssocID="{A9ED0A4E-3093-4891-8A29-656761284BBF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D086FB20-CD5E-49B3-8C46-E169F4C6D4CD}" srcId="{A9ED0A4E-3093-4891-8A29-656761284BBF}" destId="{5EFA3724-D8ED-43CF-A9C4-161F82BD4334}" srcOrd="2" destOrd="0" parTransId="{6DE42EF0-D53B-4326-865D-615ADEAD7B31}" sibTransId="{01ED83A4-AFBF-48B7-89A0-585ED8B79917}"/>
    <dgm:cxn modelId="{D9E87E3C-EACC-47CA-B17C-0F3818F74772}" type="presOf" srcId="{5EFA3724-D8ED-43CF-A9C4-161F82BD4334}" destId="{CFA7AF1E-C57A-4B3B-9CDB-34318E109D2E}" srcOrd="0" destOrd="2" presId="urn:microsoft.com/office/officeart/2005/8/layout/list1"/>
    <dgm:cxn modelId="{12C9E041-EADF-43CB-8F70-FB1F0687EE82}" srcId="{A9ED0A4E-3093-4891-8A29-656761284BBF}" destId="{A66DEE85-B1E7-4BC9-8A6D-C269088C7814}" srcOrd="0" destOrd="0" parTransId="{04B9140B-EBE8-423B-9443-79BD8FAE43A6}" sibTransId="{DF0DEE6A-EDC6-41D5-9FFA-A1DB8FDF8F44}"/>
    <dgm:cxn modelId="{3CD5686B-D045-4243-B192-D5427420164F}" type="presOf" srcId="{A9ED0A4E-3093-4891-8A29-656761284BBF}" destId="{8247D276-D821-4C54-A2B2-7ECB18B5A064}" srcOrd="0" destOrd="0" presId="urn:microsoft.com/office/officeart/2005/8/layout/list1"/>
    <dgm:cxn modelId="{7B44BA6B-6D3F-46F6-BC23-36EB2BB7C38D}" type="presOf" srcId="{A9ED0A4E-3093-4891-8A29-656761284BBF}" destId="{121A5784-CE72-4EB1-9D3A-2756AD1017DF}" srcOrd="1" destOrd="0" presId="urn:microsoft.com/office/officeart/2005/8/layout/list1"/>
    <dgm:cxn modelId="{CAB59351-E865-46AE-822C-191C68ED6E49}" srcId="{36E5A1BC-D88D-4E34-967F-9387ECEE9845}" destId="{A9ED0A4E-3093-4891-8A29-656761284BBF}" srcOrd="0" destOrd="0" parTransId="{455F1500-F4C2-434A-B7CF-7B7C07E1FD92}" sibTransId="{C1ADB4D6-89FA-453C-BB18-2D18CFBFDED9}"/>
    <dgm:cxn modelId="{F2D0C280-7362-4F83-B12F-A5D6BCD3A154}" srcId="{A9ED0A4E-3093-4891-8A29-656761284BBF}" destId="{19D15F59-6F20-436B-A228-8E94D920CDCA}" srcOrd="1" destOrd="0" parTransId="{E8DBBB0A-2476-49B9-885A-3169B2972798}" sibTransId="{F49D7445-4F3F-4DE2-9C8D-BF04A708937E}"/>
    <dgm:cxn modelId="{4C4C98C9-EA3B-4557-B74D-8EA31B720226}" type="presOf" srcId="{19D15F59-6F20-436B-A228-8E94D920CDCA}" destId="{CFA7AF1E-C57A-4B3B-9CDB-34318E109D2E}" srcOrd="0" destOrd="1" presId="urn:microsoft.com/office/officeart/2005/8/layout/list1"/>
    <dgm:cxn modelId="{5FB34FE3-DA56-40C1-81BC-6E283ADEA828}" type="presOf" srcId="{A66DEE85-B1E7-4BC9-8A6D-C269088C7814}" destId="{CFA7AF1E-C57A-4B3B-9CDB-34318E109D2E}" srcOrd="0" destOrd="0" presId="urn:microsoft.com/office/officeart/2005/8/layout/list1"/>
    <dgm:cxn modelId="{633EDEF3-72D6-4395-B73C-F1C8B9E1B8FF}" type="presOf" srcId="{36E5A1BC-D88D-4E34-967F-9387ECEE9845}" destId="{2B1A7AB1-452C-4F17-804F-51EF7643856A}" srcOrd="0" destOrd="0" presId="urn:microsoft.com/office/officeart/2005/8/layout/list1"/>
    <dgm:cxn modelId="{979DAD36-8081-435E-97EE-6632B16EDBAE}" type="presParOf" srcId="{2B1A7AB1-452C-4F17-804F-51EF7643856A}" destId="{30054EC6-5400-4095-B6A2-EC7F578253BA}" srcOrd="0" destOrd="0" presId="urn:microsoft.com/office/officeart/2005/8/layout/list1"/>
    <dgm:cxn modelId="{4A4700D4-A432-4E2A-B17D-B9652645C5E9}" type="presParOf" srcId="{30054EC6-5400-4095-B6A2-EC7F578253BA}" destId="{8247D276-D821-4C54-A2B2-7ECB18B5A064}" srcOrd="0" destOrd="0" presId="urn:microsoft.com/office/officeart/2005/8/layout/list1"/>
    <dgm:cxn modelId="{342777AA-0A50-4DBE-ACEF-F478AAEB1E18}" type="presParOf" srcId="{30054EC6-5400-4095-B6A2-EC7F578253BA}" destId="{121A5784-CE72-4EB1-9D3A-2756AD1017DF}" srcOrd="1" destOrd="0" presId="urn:microsoft.com/office/officeart/2005/8/layout/list1"/>
    <dgm:cxn modelId="{45304AC7-5E28-4983-8D49-5723A0E8C620}" type="presParOf" srcId="{2B1A7AB1-452C-4F17-804F-51EF7643856A}" destId="{53661EB5-DBEF-4B2D-8443-CA2774619749}" srcOrd="1" destOrd="0" presId="urn:microsoft.com/office/officeart/2005/8/layout/list1"/>
    <dgm:cxn modelId="{799F7D05-7384-42E3-BAB5-0C63DC0121A7}" type="presParOf" srcId="{2B1A7AB1-452C-4F17-804F-51EF7643856A}" destId="{CFA7AF1E-C57A-4B3B-9CDB-34318E109D2E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3443A6A-FE20-4EA0-A230-E90AB56AA741}" type="doc">
      <dgm:prSet loTypeId="urn:microsoft.com/office/officeart/2016/7/layout/HorizontalActionList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BCEB29C-A267-44C6-9560-6A7C56AF3196}">
      <dgm:prSet/>
      <dgm:spPr/>
      <dgm:t>
        <a:bodyPr/>
        <a:lstStyle/>
        <a:p>
          <a:r>
            <a:rPr lang="en-US"/>
            <a:t>Have</a:t>
          </a:r>
        </a:p>
      </dgm:t>
    </dgm:pt>
    <dgm:pt modelId="{7062DF94-8360-40EB-8DA4-BD6A90B8E311}" type="parTrans" cxnId="{2BB3E53B-6217-4464-9D9F-4CECF151AB37}">
      <dgm:prSet/>
      <dgm:spPr/>
      <dgm:t>
        <a:bodyPr/>
        <a:lstStyle/>
        <a:p>
          <a:endParaRPr lang="en-US"/>
        </a:p>
      </dgm:t>
    </dgm:pt>
    <dgm:pt modelId="{067C5571-D58B-4FBA-8F58-CA5F68DF9C56}" type="sibTrans" cxnId="{2BB3E53B-6217-4464-9D9F-4CECF151AB37}">
      <dgm:prSet/>
      <dgm:spPr/>
      <dgm:t>
        <a:bodyPr/>
        <a:lstStyle/>
        <a:p>
          <a:endParaRPr lang="en-US"/>
        </a:p>
      </dgm:t>
    </dgm:pt>
    <dgm:pt modelId="{B3921D91-29C8-430E-B9B8-3C8F2C593861}">
      <dgm:prSet/>
      <dgm:spPr/>
      <dgm:t>
        <a:bodyPr/>
        <a:lstStyle/>
        <a:p>
          <a:pPr algn="ctr"/>
          <a:r>
            <a:rPr lang="en-US" dirty="0"/>
            <a:t>a nice GUI to communicate with the ESP32 using a browser</a:t>
          </a:r>
        </a:p>
      </dgm:t>
    </dgm:pt>
    <dgm:pt modelId="{B61873A7-58B3-4203-9EB8-21C42C5239D9}" type="parTrans" cxnId="{63E0DA77-B8C3-416B-A2F0-20A475A81815}">
      <dgm:prSet/>
      <dgm:spPr/>
      <dgm:t>
        <a:bodyPr/>
        <a:lstStyle/>
        <a:p>
          <a:endParaRPr lang="en-US"/>
        </a:p>
      </dgm:t>
    </dgm:pt>
    <dgm:pt modelId="{29085A24-7DC9-4FC3-A7DF-697B36904BB0}" type="sibTrans" cxnId="{63E0DA77-B8C3-416B-A2F0-20A475A81815}">
      <dgm:prSet/>
      <dgm:spPr/>
      <dgm:t>
        <a:bodyPr/>
        <a:lstStyle/>
        <a:p>
          <a:endParaRPr lang="en-US"/>
        </a:p>
      </dgm:t>
    </dgm:pt>
    <dgm:pt modelId="{46EA0E8C-0D49-4F07-85E8-A6E4F6B85F45}">
      <dgm:prSet/>
      <dgm:spPr/>
      <dgm:t>
        <a:bodyPr/>
        <a:lstStyle/>
        <a:p>
          <a:r>
            <a:rPr lang="en-US"/>
            <a:t>Control</a:t>
          </a:r>
        </a:p>
      </dgm:t>
    </dgm:pt>
    <dgm:pt modelId="{54ADED58-F4CB-4524-BE04-AFD0FD27A4F5}" type="parTrans" cxnId="{A434962E-AC8C-41EF-90B0-14563FF90381}">
      <dgm:prSet/>
      <dgm:spPr/>
      <dgm:t>
        <a:bodyPr/>
        <a:lstStyle/>
        <a:p>
          <a:endParaRPr lang="en-US"/>
        </a:p>
      </dgm:t>
    </dgm:pt>
    <dgm:pt modelId="{A1BC6123-C619-4F91-9518-BFBDEFCC8D48}" type="sibTrans" cxnId="{A434962E-AC8C-41EF-90B0-14563FF90381}">
      <dgm:prSet/>
      <dgm:spPr/>
      <dgm:t>
        <a:bodyPr/>
        <a:lstStyle/>
        <a:p>
          <a:endParaRPr lang="en-US"/>
        </a:p>
      </dgm:t>
    </dgm:pt>
    <dgm:pt modelId="{F602CBA8-6F58-472C-BF71-ECC177E875CA}">
      <dgm:prSet/>
      <dgm:spPr/>
      <dgm:t>
        <a:bodyPr/>
        <a:lstStyle/>
        <a:p>
          <a:pPr algn="ctr"/>
          <a:r>
            <a:rPr lang="en-US" dirty="0"/>
            <a:t>IOs</a:t>
          </a:r>
        </a:p>
      </dgm:t>
    </dgm:pt>
    <dgm:pt modelId="{54C419EC-8053-472C-8E7E-AA38A307E9D6}" type="parTrans" cxnId="{D35206AF-286C-4D0E-9532-A11DA6E11D7C}">
      <dgm:prSet/>
      <dgm:spPr/>
      <dgm:t>
        <a:bodyPr/>
        <a:lstStyle/>
        <a:p>
          <a:endParaRPr lang="en-US"/>
        </a:p>
      </dgm:t>
    </dgm:pt>
    <dgm:pt modelId="{74C28298-4DD0-4C0C-8AFC-24496CD0B1CE}" type="sibTrans" cxnId="{D35206AF-286C-4D0E-9532-A11DA6E11D7C}">
      <dgm:prSet/>
      <dgm:spPr/>
      <dgm:t>
        <a:bodyPr/>
        <a:lstStyle/>
        <a:p>
          <a:endParaRPr lang="en-US"/>
        </a:p>
      </dgm:t>
    </dgm:pt>
    <dgm:pt modelId="{281B5978-2560-49C7-96A2-97D25D22448E}">
      <dgm:prSet/>
      <dgm:spPr/>
      <dgm:t>
        <a:bodyPr/>
        <a:lstStyle/>
        <a:p>
          <a:r>
            <a:rPr lang="en-US"/>
            <a:t>Get</a:t>
          </a:r>
        </a:p>
      </dgm:t>
    </dgm:pt>
    <dgm:pt modelId="{BD242DBC-4B63-4F70-82FA-738E060A43E8}" type="parTrans" cxnId="{1DF89063-2ADC-4DFE-B6CB-8CFA2D044DDD}">
      <dgm:prSet/>
      <dgm:spPr/>
      <dgm:t>
        <a:bodyPr/>
        <a:lstStyle/>
        <a:p>
          <a:endParaRPr lang="en-US"/>
        </a:p>
      </dgm:t>
    </dgm:pt>
    <dgm:pt modelId="{4333E57C-C470-447B-8B78-03BF9C318BFD}" type="sibTrans" cxnId="{1DF89063-2ADC-4DFE-B6CB-8CFA2D044DDD}">
      <dgm:prSet/>
      <dgm:spPr/>
      <dgm:t>
        <a:bodyPr/>
        <a:lstStyle/>
        <a:p>
          <a:endParaRPr lang="en-US"/>
        </a:p>
      </dgm:t>
    </dgm:pt>
    <dgm:pt modelId="{13671323-AA72-4CCC-960D-028A9D34FB7F}">
      <dgm:prSet/>
      <dgm:spPr/>
      <dgm:t>
        <a:bodyPr/>
        <a:lstStyle/>
        <a:p>
          <a:pPr algn="ctr"/>
          <a:r>
            <a:rPr lang="en-US" dirty="0"/>
            <a:t>information from our ESP32</a:t>
          </a:r>
        </a:p>
      </dgm:t>
    </dgm:pt>
    <dgm:pt modelId="{4421368C-FF62-4935-9615-076A30247FF1}" type="parTrans" cxnId="{C492FF51-9A82-4C9A-91AE-8DAEA9177FC4}">
      <dgm:prSet/>
      <dgm:spPr/>
      <dgm:t>
        <a:bodyPr/>
        <a:lstStyle/>
        <a:p>
          <a:endParaRPr lang="en-US"/>
        </a:p>
      </dgm:t>
    </dgm:pt>
    <dgm:pt modelId="{0F18AD4D-FAAE-4DC7-9E6E-895EEFCDEDE7}" type="sibTrans" cxnId="{C492FF51-9A82-4C9A-91AE-8DAEA9177FC4}">
      <dgm:prSet/>
      <dgm:spPr/>
      <dgm:t>
        <a:bodyPr/>
        <a:lstStyle/>
        <a:p>
          <a:endParaRPr lang="en-US"/>
        </a:p>
      </dgm:t>
    </dgm:pt>
    <dgm:pt modelId="{B4F58B17-7914-43B1-9A09-E4D3497EF7F3}">
      <dgm:prSet/>
      <dgm:spPr/>
      <dgm:t>
        <a:bodyPr/>
        <a:lstStyle/>
        <a:p>
          <a:pPr algn="l"/>
          <a:r>
            <a:rPr lang="en-US"/>
            <a:t>Such as temperature, humidity depending on what we connected </a:t>
          </a:r>
        </a:p>
      </dgm:t>
    </dgm:pt>
    <dgm:pt modelId="{37D998F6-70CB-495B-B502-BEDB7B50D5C0}" type="parTrans" cxnId="{B4F534BA-D138-4245-A364-49DC20443113}">
      <dgm:prSet/>
      <dgm:spPr/>
      <dgm:t>
        <a:bodyPr/>
        <a:lstStyle/>
        <a:p>
          <a:endParaRPr lang="en-US"/>
        </a:p>
      </dgm:t>
    </dgm:pt>
    <dgm:pt modelId="{76A79D0B-9B4B-4D13-BA26-4BDCA365F66D}" type="sibTrans" cxnId="{B4F534BA-D138-4245-A364-49DC20443113}">
      <dgm:prSet/>
      <dgm:spPr/>
      <dgm:t>
        <a:bodyPr/>
        <a:lstStyle/>
        <a:p>
          <a:endParaRPr lang="en-US"/>
        </a:p>
      </dgm:t>
    </dgm:pt>
    <dgm:pt modelId="{0C23561C-055F-45B3-A513-4C17B2AF5098}">
      <dgm:prSet/>
      <dgm:spPr/>
      <dgm:t>
        <a:bodyPr/>
        <a:lstStyle/>
        <a:p>
          <a:r>
            <a:rPr lang="en-US"/>
            <a:t>Send</a:t>
          </a:r>
        </a:p>
      </dgm:t>
    </dgm:pt>
    <dgm:pt modelId="{3A231910-F044-4787-91AD-E95E9BAB5A18}" type="parTrans" cxnId="{FF6E48EF-4E77-40BA-8F30-AF31BA338B32}">
      <dgm:prSet/>
      <dgm:spPr/>
      <dgm:t>
        <a:bodyPr/>
        <a:lstStyle/>
        <a:p>
          <a:endParaRPr lang="en-US"/>
        </a:p>
      </dgm:t>
    </dgm:pt>
    <dgm:pt modelId="{42FEDF95-B9EB-4377-8ABF-71FA10972B09}" type="sibTrans" cxnId="{FF6E48EF-4E77-40BA-8F30-AF31BA338B32}">
      <dgm:prSet/>
      <dgm:spPr/>
      <dgm:t>
        <a:bodyPr/>
        <a:lstStyle/>
        <a:p>
          <a:endParaRPr lang="en-US"/>
        </a:p>
      </dgm:t>
    </dgm:pt>
    <dgm:pt modelId="{3468000F-8121-49B6-B89E-E070FD5E1B76}">
      <dgm:prSet/>
      <dgm:spPr/>
      <dgm:t>
        <a:bodyPr/>
        <a:lstStyle/>
        <a:p>
          <a:pPr algn="ctr"/>
          <a:r>
            <a:rPr lang="en-US" dirty="0"/>
            <a:t>data to the ESP32</a:t>
          </a:r>
        </a:p>
      </dgm:t>
    </dgm:pt>
    <dgm:pt modelId="{C6A6B600-DBB1-4BD3-BEC4-15704C1D9660}" type="parTrans" cxnId="{63201283-E55C-4026-8EEC-9494566F116C}">
      <dgm:prSet/>
      <dgm:spPr/>
      <dgm:t>
        <a:bodyPr/>
        <a:lstStyle/>
        <a:p>
          <a:endParaRPr lang="en-US"/>
        </a:p>
      </dgm:t>
    </dgm:pt>
    <dgm:pt modelId="{27E9F7DF-3917-4B66-8E93-08EF01D6391F}" type="sibTrans" cxnId="{63201283-E55C-4026-8EEC-9494566F116C}">
      <dgm:prSet/>
      <dgm:spPr/>
      <dgm:t>
        <a:bodyPr/>
        <a:lstStyle/>
        <a:p>
          <a:endParaRPr lang="en-US"/>
        </a:p>
      </dgm:t>
    </dgm:pt>
    <dgm:pt modelId="{8A3C48DD-DBD2-4A83-A773-10EA3177F5D0}">
      <dgm:prSet/>
      <dgm:spPr/>
      <dgm:t>
        <a:bodyPr/>
        <a:lstStyle/>
        <a:p>
          <a:pPr algn="ctr"/>
          <a:r>
            <a:rPr lang="en-US"/>
            <a:t>Files</a:t>
          </a:r>
        </a:p>
      </dgm:t>
    </dgm:pt>
    <dgm:pt modelId="{C9755784-B246-472B-B607-E9EF2C1E0AC0}" type="parTrans" cxnId="{49762EB4-3979-413B-A58F-994309C9DF54}">
      <dgm:prSet/>
      <dgm:spPr/>
      <dgm:t>
        <a:bodyPr/>
        <a:lstStyle/>
        <a:p>
          <a:endParaRPr lang="en-US"/>
        </a:p>
      </dgm:t>
    </dgm:pt>
    <dgm:pt modelId="{12F6E8F2-B5C9-4FFD-9A02-3277DCF7EF27}" type="sibTrans" cxnId="{49762EB4-3979-413B-A58F-994309C9DF54}">
      <dgm:prSet/>
      <dgm:spPr/>
      <dgm:t>
        <a:bodyPr/>
        <a:lstStyle/>
        <a:p>
          <a:endParaRPr lang="en-US"/>
        </a:p>
      </dgm:t>
    </dgm:pt>
    <dgm:pt modelId="{E742AAB6-66EF-4215-AC1D-E80B246FF4E4}">
      <dgm:prSet/>
      <dgm:spPr/>
      <dgm:t>
        <a:bodyPr/>
        <a:lstStyle/>
        <a:p>
          <a:pPr algn="ctr"/>
          <a:r>
            <a:rPr lang="en-US" dirty="0"/>
            <a:t>Raw data</a:t>
          </a:r>
        </a:p>
      </dgm:t>
    </dgm:pt>
    <dgm:pt modelId="{58A502DC-5DC4-4225-8C8A-75E69852FD7F}" type="parTrans" cxnId="{930BD2A9-3311-4C16-A8FA-1B095E3EC514}">
      <dgm:prSet/>
      <dgm:spPr/>
      <dgm:t>
        <a:bodyPr/>
        <a:lstStyle/>
        <a:p>
          <a:endParaRPr lang="en-US"/>
        </a:p>
      </dgm:t>
    </dgm:pt>
    <dgm:pt modelId="{A685FA9E-2901-42E6-A93C-13139BA0E5CC}" type="sibTrans" cxnId="{930BD2A9-3311-4C16-A8FA-1B095E3EC514}">
      <dgm:prSet/>
      <dgm:spPr/>
      <dgm:t>
        <a:bodyPr/>
        <a:lstStyle/>
        <a:p>
          <a:endParaRPr lang="en-US"/>
        </a:p>
      </dgm:t>
    </dgm:pt>
    <dgm:pt modelId="{5EAE6D45-2C5C-4B9F-A37B-00FACF848DB4}" type="pres">
      <dgm:prSet presAssocID="{23443A6A-FE20-4EA0-A230-E90AB56AA741}" presName="Name0" presStyleCnt="0">
        <dgm:presLayoutVars>
          <dgm:dir/>
          <dgm:animLvl val="lvl"/>
          <dgm:resizeHandles val="exact"/>
        </dgm:presLayoutVars>
      </dgm:prSet>
      <dgm:spPr/>
    </dgm:pt>
    <dgm:pt modelId="{6D72CCC3-D98C-4C5C-914C-E0A42F429824}" type="pres">
      <dgm:prSet presAssocID="{DBCEB29C-A267-44C6-9560-6A7C56AF3196}" presName="composite" presStyleCnt="0"/>
      <dgm:spPr/>
    </dgm:pt>
    <dgm:pt modelId="{C270E107-BF8E-44DA-8F0E-4ECA4AEE57CB}" type="pres">
      <dgm:prSet presAssocID="{DBCEB29C-A267-44C6-9560-6A7C56AF3196}" presName="parTx" presStyleLbl="alignNode1" presStyleIdx="0" presStyleCnt="4">
        <dgm:presLayoutVars>
          <dgm:chMax val="0"/>
          <dgm:chPref val="0"/>
        </dgm:presLayoutVars>
      </dgm:prSet>
      <dgm:spPr/>
    </dgm:pt>
    <dgm:pt modelId="{ED15FE02-1FE8-4961-94BC-E0023D7C0A53}" type="pres">
      <dgm:prSet presAssocID="{DBCEB29C-A267-44C6-9560-6A7C56AF3196}" presName="desTx" presStyleLbl="alignAccFollowNode1" presStyleIdx="0" presStyleCnt="4">
        <dgm:presLayoutVars/>
      </dgm:prSet>
      <dgm:spPr/>
    </dgm:pt>
    <dgm:pt modelId="{ADD05357-2D2F-4E03-8D6B-08AFD2AC12AB}" type="pres">
      <dgm:prSet presAssocID="{067C5571-D58B-4FBA-8F58-CA5F68DF9C56}" presName="space" presStyleCnt="0"/>
      <dgm:spPr/>
    </dgm:pt>
    <dgm:pt modelId="{66829FD7-F3D1-4832-ACBD-4800873D9884}" type="pres">
      <dgm:prSet presAssocID="{46EA0E8C-0D49-4F07-85E8-A6E4F6B85F45}" presName="composite" presStyleCnt="0"/>
      <dgm:spPr/>
    </dgm:pt>
    <dgm:pt modelId="{34E1FFE3-9279-4141-8E07-D7AF519EA293}" type="pres">
      <dgm:prSet presAssocID="{46EA0E8C-0D49-4F07-85E8-A6E4F6B85F45}" presName="parTx" presStyleLbl="alignNode1" presStyleIdx="1" presStyleCnt="4">
        <dgm:presLayoutVars>
          <dgm:chMax val="0"/>
          <dgm:chPref val="0"/>
        </dgm:presLayoutVars>
      </dgm:prSet>
      <dgm:spPr/>
    </dgm:pt>
    <dgm:pt modelId="{BDE804F9-97B8-4A98-A7DC-20E26E4560A0}" type="pres">
      <dgm:prSet presAssocID="{46EA0E8C-0D49-4F07-85E8-A6E4F6B85F45}" presName="desTx" presStyleLbl="alignAccFollowNode1" presStyleIdx="1" presStyleCnt="4">
        <dgm:presLayoutVars/>
      </dgm:prSet>
      <dgm:spPr/>
    </dgm:pt>
    <dgm:pt modelId="{F7A396C6-506F-4593-95C1-6CEE02F9838E}" type="pres">
      <dgm:prSet presAssocID="{A1BC6123-C619-4F91-9518-BFBDEFCC8D48}" presName="space" presStyleCnt="0"/>
      <dgm:spPr/>
    </dgm:pt>
    <dgm:pt modelId="{42FB214C-337B-4699-B90B-5F8494AB4898}" type="pres">
      <dgm:prSet presAssocID="{281B5978-2560-49C7-96A2-97D25D22448E}" presName="composite" presStyleCnt="0"/>
      <dgm:spPr/>
    </dgm:pt>
    <dgm:pt modelId="{DF6AAD58-C979-4479-BCA3-5C3A3805CF89}" type="pres">
      <dgm:prSet presAssocID="{281B5978-2560-49C7-96A2-97D25D22448E}" presName="parTx" presStyleLbl="alignNode1" presStyleIdx="2" presStyleCnt="4">
        <dgm:presLayoutVars>
          <dgm:chMax val="0"/>
          <dgm:chPref val="0"/>
        </dgm:presLayoutVars>
      </dgm:prSet>
      <dgm:spPr/>
    </dgm:pt>
    <dgm:pt modelId="{AAF9C5D3-086F-4D4A-B73F-F3BEA3B7EB09}" type="pres">
      <dgm:prSet presAssocID="{281B5978-2560-49C7-96A2-97D25D22448E}" presName="desTx" presStyleLbl="alignAccFollowNode1" presStyleIdx="2" presStyleCnt="4">
        <dgm:presLayoutVars/>
      </dgm:prSet>
      <dgm:spPr/>
    </dgm:pt>
    <dgm:pt modelId="{6DDE65AB-EB12-47D1-8E6B-7503E88CB6DB}" type="pres">
      <dgm:prSet presAssocID="{4333E57C-C470-447B-8B78-03BF9C318BFD}" presName="space" presStyleCnt="0"/>
      <dgm:spPr/>
    </dgm:pt>
    <dgm:pt modelId="{16EC8460-62C5-4C70-8AB6-D42F30236018}" type="pres">
      <dgm:prSet presAssocID="{0C23561C-055F-45B3-A513-4C17B2AF5098}" presName="composite" presStyleCnt="0"/>
      <dgm:spPr/>
    </dgm:pt>
    <dgm:pt modelId="{FE7A8C4D-62F7-4962-83B3-FD83AB4E160E}" type="pres">
      <dgm:prSet presAssocID="{0C23561C-055F-45B3-A513-4C17B2AF5098}" presName="parTx" presStyleLbl="alignNode1" presStyleIdx="3" presStyleCnt="4">
        <dgm:presLayoutVars>
          <dgm:chMax val="0"/>
          <dgm:chPref val="0"/>
        </dgm:presLayoutVars>
      </dgm:prSet>
      <dgm:spPr/>
    </dgm:pt>
    <dgm:pt modelId="{8C7B649D-9015-47CC-814D-2B552357949D}" type="pres">
      <dgm:prSet presAssocID="{0C23561C-055F-45B3-A513-4C17B2AF5098}" presName="desTx" presStyleLbl="alignAccFollowNode1" presStyleIdx="3" presStyleCnt="4">
        <dgm:presLayoutVars/>
      </dgm:prSet>
      <dgm:spPr/>
    </dgm:pt>
  </dgm:ptLst>
  <dgm:cxnLst>
    <dgm:cxn modelId="{6F147612-BD51-43EB-A74B-9D511D6240D8}" type="presOf" srcId="{F602CBA8-6F58-472C-BF71-ECC177E875CA}" destId="{BDE804F9-97B8-4A98-A7DC-20E26E4560A0}" srcOrd="0" destOrd="0" presId="urn:microsoft.com/office/officeart/2016/7/layout/HorizontalActionList"/>
    <dgm:cxn modelId="{0B6A2022-8DCB-4D40-BDA1-0D198688397D}" type="presOf" srcId="{0C23561C-055F-45B3-A513-4C17B2AF5098}" destId="{FE7A8C4D-62F7-4962-83B3-FD83AB4E160E}" srcOrd="0" destOrd="0" presId="urn:microsoft.com/office/officeart/2016/7/layout/HorizontalActionList"/>
    <dgm:cxn modelId="{D5414627-A171-4410-8D15-9E187786B702}" type="presOf" srcId="{281B5978-2560-49C7-96A2-97D25D22448E}" destId="{DF6AAD58-C979-4479-BCA3-5C3A3805CF89}" srcOrd="0" destOrd="0" presId="urn:microsoft.com/office/officeart/2016/7/layout/HorizontalActionList"/>
    <dgm:cxn modelId="{A434962E-AC8C-41EF-90B0-14563FF90381}" srcId="{23443A6A-FE20-4EA0-A230-E90AB56AA741}" destId="{46EA0E8C-0D49-4F07-85E8-A6E4F6B85F45}" srcOrd="1" destOrd="0" parTransId="{54ADED58-F4CB-4524-BE04-AFD0FD27A4F5}" sibTransId="{A1BC6123-C619-4F91-9518-BFBDEFCC8D48}"/>
    <dgm:cxn modelId="{2BB3E53B-6217-4464-9D9F-4CECF151AB37}" srcId="{23443A6A-FE20-4EA0-A230-E90AB56AA741}" destId="{DBCEB29C-A267-44C6-9560-6A7C56AF3196}" srcOrd="0" destOrd="0" parTransId="{7062DF94-8360-40EB-8DA4-BD6A90B8E311}" sibTransId="{067C5571-D58B-4FBA-8F58-CA5F68DF9C56}"/>
    <dgm:cxn modelId="{A5B08B5F-7DEE-4406-8A22-C52C60EC18E0}" type="presOf" srcId="{46EA0E8C-0D49-4F07-85E8-A6E4F6B85F45}" destId="{34E1FFE3-9279-4141-8E07-D7AF519EA293}" srcOrd="0" destOrd="0" presId="urn:microsoft.com/office/officeart/2016/7/layout/HorizontalActionList"/>
    <dgm:cxn modelId="{1DF89063-2ADC-4DFE-B6CB-8CFA2D044DDD}" srcId="{23443A6A-FE20-4EA0-A230-E90AB56AA741}" destId="{281B5978-2560-49C7-96A2-97D25D22448E}" srcOrd="2" destOrd="0" parTransId="{BD242DBC-4B63-4F70-82FA-738E060A43E8}" sibTransId="{4333E57C-C470-447B-8B78-03BF9C318BFD}"/>
    <dgm:cxn modelId="{59C9524A-356B-4B40-A5B8-B9B83FD249E6}" type="presOf" srcId="{B3921D91-29C8-430E-B9B8-3C8F2C593861}" destId="{ED15FE02-1FE8-4961-94BC-E0023D7C0A53}" srcOrd="0" destOrd="0" presId="urn:microsoft.com/office/officeart/2016/7/layout/HorizontalActionList"/>
    <dgm:cxn modelId="{E0783A51-6F55-4638-A60A-603518D11DE1}" type="presOf" srcId="{8A3C48DD-DBD2-4A83-A773-10EA3177F5D0}" destId="{8C7B649D-9015-47CC-814D-2B552357949D}" srcOrd="0" destOrd="1" presId="urn:microsoft.com/office/officeart/2016/7/layout/HorizontalActionList"/>
    <dgm:cxn modelId="{C492FF51-9A82-4C9A-91AE-8DAEA9177FC4}" srcId="{281B5978-2560-49C7-96A2-97D25D22448E}" destId="{13671323-AA72-4CCC-960D-028A9D34FB7F}" srcOrd="0" destOrd="0" parTransId="{4421368C-FF62-4935-9615-076A30247FF1}" sibTransId="{0F18AD4D-FAAE-4DC7-9E6E-895EEFCDEDE7}"/>
    <dgm:cxn modelId="{63E0DA77-B8C3-416B-A2F0-20A475A81815}" srcId="{DBCEB29C-A267-44C6-9560-6A7C56AF3196}" destId="{B3921D91-29C8-430E-B9B8-3C8F2C593861}" srcOrd="0" destOrd="0" parTransId="{B61873A7-58B3-4203-9EB8-21C42C5239D9}" sibTransId="{29085A24-7DC9-4FC3-A7DF-697B36904BB0}"/>
    <dgm:cxn modelId="{63201283-E55C-4026-8EEC-9494566F116C}" srcId="{0C23561C-055F-45B3-A513-4C17B2AF5098}" destId="{3468000F-8121-49B6-B89E-E070FD5E1B76}" srcOrd="0" destOrd="0" parTransId="{C6A6B600-DBB1-4BD3-BEC4-15704C1D9660}" sibTransId="{27E9F7DF-3917-4B66-8E93-08EF01D6391F}"/>
    <dgm:cxn modelId="{188C8085-4C9F-4E7F-B54C-7519468E95E2}" type="presOf" srcId="{3468000F-8121-49B6-B89E-E070FD5E1B76}" destId="{8C7B649D-9015-47CC-814D-2B552357949D}" srcOrd="0" destOrd="0" presId="urn:microsoft.com/office/officeart/2016/7/layout/HorizontalActionList"/>
    <dgm:cxn modelId="{930BD2A9-3311-4C16-A8FA-1B095E3EC514}" srcId="{3468000F-8121-49B6-B89E-E070FD5E1B76}" destId="{E742AAB6-66EF-4215-AC1D-E80B246FF4E4}" srcOrd="1" destOrd="0" parTransId="{58A502DC-5DC4-4225-8C8A-75E69852FD7F}" sibTransId="{A685FA9E-2901-42E6-A93C-13139BA0E5CC}"/>
    <dgm:cxn modelId="{D35206AF-286C-4D0E-9532-A11DA6E11D7C}" srcId="{46EA0E8C-0D49-4F07-85E8-A6E4F6B85F45}" destId="{F602CBA8-6F58-472C-BF71-ECC177E875CA}" srcOrd="0" destOrd="0" parTransId="{54C419EC-8053-472C-8E7E-AA38A307E9D6}" sibTransId="{74C28298-4DD0-4C0C-8AFC-24496CD0B1CE}"/>
    <dgm:cxn modelId="{79B053B0-B181-453B-A8C1-215A3370E281}" type="presOf" srcId="{B4F58B17-7914-43B1-9A09-E4D3497EF7F3}" destId="{AAF9C5D3-086F-4D4A-B73F-F3BEA3B7EB09}" srcOrd="0" destOrd="1" presId="urn:microsoft.com/office/officeart/2016/7/layout/HorizontalActionList"/>
    <dgm:cxn modelId="{49762EB4-3979-413B-A58F-994309C9DF54}" srcId="{3468000F-8121-49B6-B89E-E070FD5E1B76}" destId="{8A3C48DD-DBD2-4A83-A773-10EA3177F5D0}" srcOrd="0" destOrd="0" parTransId="{C9755784-B246-472B-B607-E9EF2C1E0AC0}" sibTransId="{12F6E8F2-B5C9-4FFD-9A02-3277DCF7EF27}"/>
    <dgm:cxn modelId="{B4F534BA-D138-4245-A364-49DC20443113}" srcId="{13671323-AA72-4CCC-960D-028A9D34FB7F}" destId="{B4F58B17-7914-43B1-9A09-E4D3497EF7F3}" srcOrd="0" destOrd="0" parTransId="{37D998F6-70CB-495B-B502-BEDB7B50D5C0}" sibTransId="{76A79D0B-9B4B-4D13-BA26-4BDCA365F66D}"/>
    <dgm:cxn modelId="{59A643DC-5D3A-4A54-9F69-E9105DECD0E9}" type="presOf" srcId="{DBCEB29C-A267-44C6-9560-6A7C56AF3196}" destId="{C270E107-BF8E-44DA-8F0E-4ECA4AEE57CB}" srcOrd="0" destOrd="0" presId="urn:microsoft.com/office/officeart/2016/7/layout/HorizontalActionList"/>
    <dgm:cxn modelId="{FF6E48EF-4E77-40BA-8F30-AF31BA338B32}" srcId="{23443A6A-FE20-4EA0-A230-E90AB56AA741}" destId="{0C23561C-055F-45B3-A513-4C17B2AF5098}" srcOrd="3" destOrd="0" parTransId="{3A231910-F044-4787-91AD-E95E9BAB5A18}" sibTransId="{42FEDF95-B9EB-4377-8ABF-71FA10972B09}"/>
    <dgm:cxn modelId="{D182BDF1-72C1-42EF-8769-38BA802A5987}" type="presOf" srcId="{13671323-AA72-4CCC-960D-028A9D34FB7F}" destId="{AAF9C5D3-086F-4D4A-B73F-F3BEA3B7EB09}" srcOrd="0" destOrd="0" presId="urn:microsoft.com/office/officeart/2016/7/layout/HorizontalActionList"/>
    <dgm:cxn modelId="{806D16F4-19F7-4D77-9342-E08CE8BE5B32}" type="presOf" srcId="{E742AAB6-66EF-4215-AC1D-E80B246FF4E4}" destId="{8C7B649D-9015-47CC-814D-2B552357949D}" srcOrd="0" destOrd="2" presId="urn:microsoft.com/office/officeart/2016/7/layout/HorizontalActionList"/>
    <dgm:cxn modelId="{125E3DF4-E49F-4F91-902E-FD641EE457FC}" type="presOf" srcId="{23443A6A-FE20-4EA0-A230-E90AB56AA741}" destId="{5EAE6D45-2C5C-4B9F-A37B-00FACF848DB4}" srcOrd="0" destOrd="0" presId="urn:microsoft.com/office/officeart/2016/7/layout/HorizontalActionList"/>
    <dgm:cxn modelId="{2B971720-8D9B-4DA2-BAD6-892D3C818541}" type="presParOf" srcId="{5EAE6D45-2C5C-4B9F-A37B-00FACF848DB4}" destId="{6D72CCC3-D98C-4C5C-914C-E0A42F429824}" srcOrd="0" destOrd="0" presId="urn:microsoft.com/office/officeart/2016/7/layout/HorizontalActionList"/>
    <dgm:cxn modelId="{62BCED44-E180-4325-91B8-4C8B492EDE69}" type="presParOf" srcId="{6D72CCC3-D98C-4C5C-914C-E0A42F429824}" destId="{C270E107-BF8E-44DA-8F0E-4ECA4AEE57CB}" srcOrd="0" destOrd="0" presId="urn:microsoft.com/office/officeart/2016/7/layout/HorizontalActionList"/>
    <dgm:cxn modelId="{C341C377-3F85-4179-A1CD-23A9451FD76D}" type="presParOf" srcId="{6D72CCC3-D98C-4C5C-914C-E0A42F429824}" destId="{ED15FE02-1FE8-4961-94BC-E0023D7C0A53}" srcOrd="1" destOrd="0" presId="urn:microsoft.com/office/officeart/2016/7/layout/HorizontalActionList"/>
    <dgm:cxn modelId="{B5B7525C-8A83-4F40-87EB-63A806C0BF74}" type="presParOf" srcId="{5EAE6D45-2C5C-4B9F-A37B-00FACF848DB4}" destId="{ADD05357-2D2F-4E03-8D6B-08AFD2AC12AB}" srcOrd="1" destOrd="0" presId="urn:microsoft.com/office/officeart/2016/7/layout/HorizontalActionList"/>
    <dgm:cxn modelId="{394B772E-300E-4FAE-ACD5-40A86F2AE46D}" type="presParOf" srcId="{5EAE6D45-2C5C-4B9F-A37B-00FACF848DB4}" destId="{66829FD7-F3D1-4832-ACBD-4800873D9884}" srcOrd="2" destOrd="0" presId="urn:microsoft.com/office/officeart/2016/7/layout/HorizontalActionList"/>
    <dgm:cxn modelId="{9D4DC447-0397-4AC6-95BB-C8A4208E0A3C}" type="presParOf" srcId="{66829FD7-F3D1-4832-ACBD-4800873D9884}" destId="{34E1FFE3-9279-4141-8E07-D7AF519EA293}" srcOrd="0" destOrd="0" presId="urn:microsoft.com/office/officeart/2016/7/layout/HorizontalActionList"/>
    <dgm:cxn modelId="{3DEF5A9F-10B7-4BA6-9B24-40F72C24B2F3}" type="presParOf" srcId="{66829FD7-F3D1-4832-ACBD-4800873D9884}" destId="{BDE804F9-97B8-4A98-A7DC-20E26E4560A0}" srcOrd="1" destOrd="0" presId="urn:microsoft.com/office/officeart/2016/7/layout/HorizontalActionList"/>
    <dgm:cxn modelId="{9DA1AE6B-21B3-4A28-A684-1BCB0965140F}" type="presParOf" srcId="{5EAE6D45-2C5C-4B9F-A37B-00FACF848DB4}" destId="{F7A396C6-506F-4593-95C1-6CEE02F9838E}" srcOrd="3" destOrd="0" presId="urn:microsoft.com/office/officeart/2016/7/layout/HorizontalActionList"/>
    <dgm:cxn modelId="{B49994C8-7B93-412B-B6BA-721969EB929F}" type="presParOf" srcId="{5EAE6D45-2C5C-4B9F-A37B-00FACF848DB4}" destId="{42FB214C-337B-4699-B90B-5F8494AB4898}" srcOrd="4" destOrd="0" presId="urn:microsoft.com/office/officeart/2016/7/layout/HorizontalActionList"/>
    <dgm:cxn modelId="{0574EA0E-DC33-4208-B046-B3C184598FE4}" type="presParOf" srcId="{42FB214C-337B-4699-B90B-5F8494AB4898}" destId="{DF6AAD58-C979-4479-BCA3-5C3A3805CF89}" srcOrd="0" destOrd="0" presId="urn:microsoft.com/office/officeart/2016/7/layout/HorizontalActionList"/>
    <dgm:cxn modelId="{7376AF06-D692-4858-881E-476172A69970}" type="presParOf" srcId="{42FB214C-337B-4699-B90B-5F8494AB4898}" destId="{AAF9C5D3-086F-4D4A-B73F-F3BEA3B7EB09}" srcOrd="1" destOrd="0" presId="urn:microsoft.com/office/officeart/2016/7/layout/HorizontalActionList"/>
    <dgm:cxn modelId="{50BF6352-3900-4BAC-98D7-8EECA8961F98}" type="presParOf" srcId="{5EAE6D45-2C5C-4B9F-A37B-00FACF848DB4}" destId="{6DDE65AB-EB12-47D1-8E6B-7503E88CB6DB}" srcOrd="5" destOrd="0" presId="urn:microsoft.com/office/officeart/2016/7/layout/HorizontalActionList"/>
    <dgm:cxn modelId="{A684B5E7-4A0D-4BB0-8982-2AED96DB8F1C}" type="presParOf" srcId="{5EAE6D45-2C5C-4B9F-A37B-00FACF848DB4}" destId="{16EC8460-62C5-4C70-8AB6-D42F30236018}" srcOrd="6" destOrd="0" presId="urn:microsoft.com/office/officeart/2016/7/layout/HorizontalActionList"/>
    <dgm:cxn modelId="{2E2F87CF-D43A-482F-8757-3DE1E5FD480D}" type="presParOf" srcId="{16EC8460-62C5-4C70-8AB6-D42F30236018}" destId="{FE7A8C4D-62F7-4962-83B3-FD83AB4E160E}" srcOrd="0" destOrd="0" presId="urn:microsoft.com/office/officeart/2016/7/layout/HorizontalActionList"/>
    <dgm:cxn modelId="{0765F6EA-E023-461C-8A5D-0CE06D883E7B}" type="presParOf" srcId="{16EC8460-62C5-4C70-8AB6-D42F30236018}" destId="{8C7B649D-9015-47CC-814D-2B552357949D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AEA368E-2007-448D-9892-DF4AD056D76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5B1AC8C1-3751-49EF-ACB0-E8BC6CCAC7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We need to initialize:</a:t>
          </a:r>
          <a:endParaRPr lang="en-US"/>
        </a:p>
      </dgm:t>
    </dgm:pt>
    <dgm:pt modelId="{000D19A1-3023-4AB2-B3CD-35A2C12D25D2}" type="parTrans" cxnId="{8D7BC769-929E-47E8-BE3C-C2F57E40B287}">
      <dgm:prSet/>
      <dgm:spPr/>
      <dgm:t>
        <a:bodyPr/>
        <a:lstStyle/>
        <a:p>
          <a:endParaRPr lang="en-US"/>
        </a:p>
      </dgm:t>
    </dgm:pt>
    <dgm:pt modelId="{C97867E4-0F26-4B01-A746-F3B91C6B3EFF}" type="sibTrans" cxnId="{8D7BC769-929E-47E8-BE3C-C2F57E40B287}">
      <dgm:prSet/>
      <dgm:spPr/>
      <dgm:t>
        <a:bodyPr/>
        <a:lstStyle/>
        <a:p>
          <a:endParaRPr lang="en-US"/>
        </a:p>
      </dgm:t>
    </dgm:pt>
    <dgm:pt modelId="{12B34901-51F1-42C3-B147-625FABB1EFD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aseline="0"/>
            <a:t>WiFi</a:t>
          </a:r>
          <a:endParaRPr lang="en-US"/>
        </a:p>
      </dgm:t>
    </dgm:pt>
    <dgm:pt modelId="{8EB8B839-8425-4221-A422-3CF57A03183B}" type="parTrans" cxnId="{9CA44A3E-F625-4003-940B-76980BA36BB7}">
      <dgm:prSet/>
      <dgm:spPr/>
      <dgm:t>
        <a:bodyPr/>
        <a:lstStyle/>
        <a:p>
          <a:endParaRPr lang="en-US"/>
        </a:p>
      </dgm:t>
    </dgm:pt>
    <dgm:pt modelId="{C7C43A80-1DF3-43EE-9E21-45A31AF9D8AB}" type="sibTrans" cxnId="{9CA44A3E-F625-4003-940B-76980BA36BB7}">
      <dgm:prSet/>
      <dgm:spPr/>
      <dgm:t>
        <a:bodyPr/>
        <a:lstStyle/>
        <a:p>
          <a:endParaRPr lang="en-US"/>
        </a:p>
      </dgm:t>
    </dgm:pt>
    <dgm:pt modelId="{61D0B53A-F4A6-4AB7-BA59-4E5753F919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aseline="0"/>
            <a:t>Webserver</a:t>
          </a:r>
          <a:endParaRPr lang="en-US"/>
        </a:p>
      </dgm:t>
    </dgm:pt>
    <dgm:pt modelId="{5A44E528-C723-4A12-AE03-9D2D0DB7639B}" type="parTrans" cxnId="{ED4F84B5-28CC-4FD0-AF01-EABED4870659}">
      <dgm:prSet/>
      <dgm:spPr/>
      <dgm:t>
        <a:bodyPr/>
        <a:lstStyle/>
        <a:p>
          <a:endParaRPr lang="en-US"/>
        </a:p>
      </dgm:t>
    </dgm:pt>
    <dgm:pt modelId="{12B68905-2803-4E2A-B52B-773C9AD6CB4B}" type="sibTrans" cxnId="{ED4F84B5-28CC-4FD0-AF01-EABED4870659}">
      <dgm:prSet/>
      <dgm:spPr/>
      <dgm:t>
        <a:bodyPr/>
        <a:lstStyle/>
        <a:p>
          <a:endParaRPr lang="en-US"/>
        </a:p>
      </dgm:t>
    </dgm:pt>
    <dgm:pt modelId="{74FF74C6-2D3A-49BE-BA4B-A627A5D8DEA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Prepare the HTML for the pages</a:t>
          </a:r>
          <a:endParaRPr lang="en-US"/>
        </a:p>
      </dgm:t>
    </dgm:pt>
    <dgm:pt modelId="{6A79391A-396F-4884-B392-D7A5B76F14A1}" type="parTrans" cxnId="{626F335B-2F5A-4E2B-9363-A84A1D9AB9BD}">
      <dgm:prSet/>
      <dgm:spPr/>
      <dgm:t>
        <a:bodyPr/>
        <a:lstStyle/>
        <a:p>
          <a:endParaRPr lang="en-US"/>
        </a:p>
      </dgm:t>
    </dgm:pt>
    <dgm:pt modelId="{227A0C7C-F30E-43E3-94A4-DEA8F618172D}" type="sibTrans" cxnId="{626F335B-2F5A-4E2B-9363-A84A1D9AB9BD}">
      <dgm:prSet/>
      <dgm:spPr/>
      <dgm:t>
        <a:bodyPr/>
        <a:lstStyle/>
        <a:p>
          <a:endParaRPr lang="en-US"/>
        </a:p>
      </dgm:t>
    </dgm:pt>
    <dgm:pt modelId="{47D3FC64-02FC-4797-9025-C8A7A8D7189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Handle the client which interacts with the browser</a:t>
          </a:r>
          <a:endParaRPr lang="en-US"/>
        </a:p>
      </dgm:t>
    </dgm:pt>
    <dgm:pt modelId="{6BE0F68F-6D48-4CEC-B156-B18FECFD726C}" type="parTrans" cxnId="{289F8ED5-DEF0-4A43-B367-F74638B86A60}">
      <dgm:prSet/>
      <dgm:spPr/>
      <dgm:t>
        <a:bodyPr/>
        <a:lstStyle/>
        <a:p>
          <a:endParaRPr lang="en-US"/>
        </a:p>
      </dgm:t>
    </dgm:pt>
    <dgm:pt modelId="{CD4EEEFB-4A79-4709-B7D6-E7C5AB9F7B04}" type="sibTrans" cxnId="{289F8ED5-DEF0-4A43-B367-F74638B86A60}">
      <dgm:prSet/>
      <dgm:spPr/>
      <dgm:t>
        <a:bodyPr/>
        <a:lstStyle/>
        <a:p>
          <a:endParaRPr lang="en-US"/>
        </a:p>
      </dgm:t>
    </dgm:pt>
    <dgm:pt modelId="{59102FE3-F81A-4CFE-A6C8-36518463CF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Process the incoming data from the browser to perform actions on the ESP</a:t>
          </a:r>
          <a:endParaRPr lang="en-US"/>
        </a:p>
      </dgm:t>
    </dgm:pt>
    <dgm:pt modelId="{5897D35D-8652-4FE4-8B56-4F7D11287C2D}" type="parTrans" cxnId="{DD7C867D-6DD4-45EF-932A-A14C95466152}">
      <dgm:prSet/>
      <dgm:spPr/>
      <dgm:t>
        <a:bodyPr/>
        <a:lstStyle/>
        <a:p>
          <a:endParaRPr lang="en-US"/>
        </a:p>
      </dgm:t>
    </dgm:pt>
    <dgm:pt modelId="{ED0B0EBC-83E3-4D01-A262-C4D315BD77E0}" type="sibTrans" cxnId="{DD7C867D-6DD4-45EF-932A-A14C95466152}">
      <dgm:prSet/>
      <dgm:spPr/>
      <dgm:t>
        <a:bodyPr/>
        <a:lstStyle/>
        <a:p>
          <a:endParaRPr lang="en-US"/>
        </a:p>
      </dgm:t>
    </dgm:pt>
    <dgm:pt modelId="{5D36AFA2-0022-439C-8441-42FFD4D7C74E}" type="pres">
      <dgm:prSet presAssocID="{DAEA368E-2007-448D-9892-DF4AD056D76D}" presName="root" presStyleCnt="0">
        <dgm:presLayoutVars>
          <dgm:dir/>
          <dgm:resizeHandles val="exact"/>
        </dgm:presLayoutVars>
      </dgm:prSet>
      <dgm:spPr/>
    </dgm:pt>
    <dgm:pt modelId="{04680231-FE39-4650-9569-B145A814FC3A}" type="pres">
      <dgm:prSet presAssocID="{5B1AC8C1-3751-49EF-ACB0-E8BC6CCAC79F}" presName="compNode" presStyleCnt="0"/>
      <dgm:spPr/>
    </dgm:pt>
    <dgm:pt modelId="{01AB7994-06BF-49AD-BEA8-2943DD620637}" type="pres">
      <dgm:prSet presAssocID="{5B1AC8C1-3751-49EF-ACB0-E8BC6CCAC79F}" presName="bgRect" presStyleLbl="bgShp" presStyleIdx="0" presStyleCnt="4"/>
      <dgm:spPr/>
    </dgm:pt>
    <dgm:pt modelId="{BCD3BD06-F314-4FFC-ABB5-5E40DB0BC189}" type="pres">
      <dgm:prSet presAssocID="{5B1AC8C1-3751-49EF-ACB0-E8BC6CCAC79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64612B02-4DF4-4371-9E26-F7148A5C0C9C}" type="pres">
      <dgm:prSet presAssocID="{5B1AC8C1-3751-49EF-ACB0-E8BC6CCAC79F}" presName="spaceRect" presStyleCnt="0"/>
      <dgm:spPr/>
    </dgm:pt>
    <dgm:pt modelId="{AAB264D9-1CD4-40B7-8F54-1D5FB85D5907}" type="pres">
      <dgm:prSet presAssocID="{5B1AC8C1-3751-49EF-ACB0-E8BC6CCAC79F}" presName="parTx" presStyleLbl="revTx" presStyleIdx="0" presStyleCnt="5">
        <dgm:presLayoutVars>
          <dgm:chMax val="0"/>
          <dgm:chPref val="0"/>
        </dgm:presLayoutVars>
      </dgm:prSet>
      <dgm:spPr/>
    </dgm:pt>
    <dgm:pt modelId="{02D2DD9E-7B41-4C16-AD78-BCB671C6CA63}" type="pres">
      <dgm:prSet presAssocID="{5B1AC8C1-3751-49EF-ACB0-E8BC6CCAC79F}" presName="desTx" presStyleLbl="revTx" presStyleIdx="1" presStyleCnt="5">
        <dgm:presLayoutVars/>
      </dgm:prSet>
      <dgm:spPr/>
    </dgm:pt>
    <dgm:pt modelId="{B095D429-ECC4-464F-89E6-C7DB75552F69}" type="pres">
      <dgm:prSet presAssocID="{C97867E4-0F26-4B01-A746-F3B91C6B3EFF}" presName="sibTrans" presStyleCnt="0"/>
      <dgm:spPr/>
    </dgm:pt>
    <dgm:pt modelId="{7814351D-FA7B-4667-9247-99B896E6ECFB}" type="pres">
      <dgm:prSet presAssocID="{74FF74C6-2D3A-49BE-BA4B-A627A5D8DEAB}" presName="compNode" presStyleCnt="0"/>
      <dgm:spPr/>
    </dgm:pt>
    <dgm:pt modelId="{594F56AF-46F8-41C6-B538-00D15326494C}" type="pres">
      <dgm:prSet presAssocID="{74FF74C6-2D3A-49BE-BA4B-A627A5D8DEAB}" presName="bgRect" presStyleLbl="bgShp" presStyleIdx="1" presStyleCnt="4"/>
      <dgm:spPr/>
    </dgm:pt>
    <dgm:pt modelId="{0CB45BCD-7CE7-48FA-9390-85E40F193705}" type="pres">
      <dgm:prSet presAssocID="{74FF74C6-2D3A-49BE-BA4B-A627A5D8DEA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9FE20E6F-4D29-47C2-B4F3-5212892D35E8}" type="pres">
      <dgm:prSet presAssocID="{74FF74C6-2D3A-49BE-BA4B-A627A5D8DEAB}" presName="spaceRect" presStyleCnt="0"/>
      <dgm:spPr/>
    </dgm:pt>
    <dgm:pt modelId="{6DCE31CE-C0C0-4F89-9FBA-AE728A8ECCEA}" type="pres">
      <dgm:prSet presAssocID="{74FF74C6-2D3A-49BE-BA4B-A627A5D8DEAB}" presName="parTx" presStyleLbl="revTx" presStyleIdx="2" presStyleCnt="5">
        <dgm:presLayoutVars>
          <dgm:chMax val="0"/>
          <dgm:chPref val="0"/>
        </dgm:presLayoutVars>
      </dgm:prSet>
      <dgm:spPr/>
    </dgm:pt>
    <dgm:pt modelId="{B836BB4D-60AB-4F58-B434-515D75A4EC74}" type="pres">
      <dgm:prSet presAssocID="{227A0C7C-F30E-43E3-94A4-DEA8F618172D}" presName="sibTrans" presStyleCnt="0"/>
      <dgm:spPr/>
    </dgm:pt>
    <dgm:pt modelId="{F41CF988-66F4-4EA5-9D78-4826069BB9BD}" type="pres">
      <dgm:prSet presAssocID="{47D3FC64-02FC-4797-9025-C8A7A8D71897}" presName="compNode" presStyleCnt="0"/>
      <dgm:spPr/>
    </dgm:pt>
    <dgm:pt modelId="{753CCC68-BB3D-41E7-9978-61FAAF5D1808}" type="pres">
      <dgm:prSet presAssocID="{47D3FC64-02FC-4797-9025-C8A7A8D71897}" presName="bgRect" presStyleLbl="bgShp" presStyleIdx="2" presStyleCnt="4"/>
      <dgm:spPr/>
    </dgm:pt>
    <dgm:pt modelId="{BA47D5C5-1078-4580-902F-ABC29169153C}" type="pres">
      <dgm:prSet presAssocID="{47D3FC64-02FC-4797-9025-C8A7A8D7189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1BC05845-EF96-4DC8-A822-351E2B2F5A1B}" type="pres">
      <dgm:prSet presAssocID="{47D3FC64-02FC-4797-9025-C8A7A8D71897}" presName="spaceRect" presStyleCnt="0"/>
      <dgm:spPr/>
    </dgm:pt>
    <dgm:pt modelId="{6E4A0A68-BCBF-43A2-AC9F-D7056F211BB9}" type="pres">
      <dgm:prSet presAssocID="{47D3FC64-02FC-4797-9025-C8A7A8D71897}" presName="parTx" presStyleLbl="revTx" presStyleIdx="3" presStyleCnt="5">
        <dgm:presLayoutVars>
          <dgm:chMax val="0"/>
          <dgm:chPref val="0"/>
        </dgm:presLayoutVars>
      </dgm:prSet>
      <dgm:spPr/>
    </dgm:pt>
    <dgm:pt modelId="{9B57F707-9B42-498C-82E2-FFEAB4E496C4}" type="pres">
      <dgm:prSet presAssocID="{CD4EEEFB-4A79-4709-B7D6-E7C5AB9F7B04}" presName="sibTrans" presStyleCnt="0"/>
      <dgm:spPr/>
    </dgm:pt>
    <dgm:pt modelId="{4FD4B14B-FF25-422E-8044-9DDA22B36F2A}" type="pres">
      <dgm:prSet presAssocID="{59102FE3-F81A-4CFE-A6C8-36518463CF6B}" presName="compNode" presStyleCnt="0"/>
      <dgm:spPr/>
    </dgm:pt>
    <dgm:pt modelId="{251E840D-FA90-4B3A-B3CC-D055ABF927E1}" type="pres">
      <dgm:prSet presAssocID="{59102FE3-F81A-4CFE-A6C8-36518463CF6B}" presName="bgRect" presStyleLbl="bgShp" presStyleIdx="3" presStyleCnt="4"/>
      <dgm:spPr/>
    </dgm:pt>
    <dgm:pt modelId="{E625954D-C489-444F-934B-239AE80565A4}" type="pres">
      <dgm:prSet presAssocID="{59102FE3-F81A-4CFE-A6C8-36518463CF6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98DB7704-11F1-4D05-B45E-C788B73D4D2A}" type="pres">
      <dgm:prSet presAssocID="{59102FE3-F81A-4CFE-A6C8-36518463CF6B}" presName="spaceRect" presStyleCnt="0"/>
      <dgm:spPr/>
    </dgm:pt>
    <dgm:pt modelId="{8283E2F8-6946-43D0-83FB-8CBB06DD2E7A}" type="pres">
      <dgm:prSet presAssocID="{59102FE3-F81A-4CFE-A6C8-36518463CF6B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383E3803-53DB-4F88-AFDA-2CF2695C45BD}" type="presOf" srcId="{5B1AC8C1-3751-49EF-ACB0-E8BC6CCAC79F}" destId="{AAB264D9-1CD4-40B7-8F54-1D5FB85D5907}" srcOrd="0" destOrd="0" presId="urn:microsoft.com/office/officeart/2018/2/layout/IconVerticalSolidList"/>
    <dgm:cxn modelId="{29951128-97EC-4601-BF61-C045B2752667}" type="presOf" srcId="{74FF74C6-2D3A-49BE-BA4B-A627A5D8DEAB}" destId="{6DCE31CE-C0C0-4F89-9FBA-AE728A8ECCEA}" srcOrd="0" destOrd="0" presId="urn:microsoft.com/office/officeart/2018/2/layout/IconVerticalSolidList"/>
    <dgm:cxn modelId="{A5927733-ABF5-4EFD-B8A3-1EF51CAA42DB}" type="presOf" srcId="{DAEA368E-2007-448D-9892-DF4AD056D76D}" destId="{5D36AFA2-0022-439C-8441-42FFD4D7C74E}" srcOrd="0" destOrd="0" presId="urn:microsoft.com/office/officeart/2018/2/layout/IconVerticalSolidList"/>
    <dgm:cxn modelId="{9CA44A3E-F625-4003-940B-76980BA36BB7}" srcId="{5B1AC8C1-3751-49EF-ACB0-E8BC6CCAC79F}" destId="{12B34901-51F1-42C3-B147-625FABB1EFD7}" srcOrd="0" destOrd="0" parTransId="{8EB8B839-8425-4221-A422-3CF57A03183B}" sibTransId="{C7C43A80-1DF3-43EE-9E21-45A31AF9D8AB}"/>
    <dgm:cxn modelId="{626F335B-2F5A-4E2B-9363-A84A1D9AB9BD}" srcId="{DAEA368E-2007-448D-9892-DF4AD056D76D}" destId="{74FF74C6-2D3A-49BE-BA4B-A627A5D8DEAB}" srcOrd="1" destOrd="0" parTransId="{6A79391A-396F-4884-B392-D7A5B76F14A1}" sibTransId="{227A0C7C-F30E-43E3-94A4-DEA8F618172D}"/>
    <dgm:cxn modelId="{D6B2F962-B9A7-47B5-AFEB-787A6D6B45DB}" type="presOf" srcId="{61D0B53A-F4A6-4AB7-BA59-4E5753F91916}" destId="{02D2DD9E-7B41-4C16-AD78-BCB671C6CA63}" srcOrd="0" destOrd="1" presId="urn:microsoft.com/office/officeart/2018/2/layout/IconVerticalSolidList"/>
    <dgm:cxn modelId="{8D7BC769-929E-47E8-BE3C-C2F57E40B287}" srcId="{DAEA368E-2007-448D-9892-DF4AD056D76D}" destId="{5B1AC8C1-3751-49EF-ACB0-E8BC6CCAC79F}" srcOrd="0" destOrd="0" parTransId="{000D19A1-3023-4AB2-B3CD-35A2C12D25D2}" sibTransId="{C97867E4-0F26-4B01-A746-F3B91C6B3EFF}"/>
    <dgm:cxn modelId="{141A8879-3C6D-4E2F-96E7-75F439807394}" type="presOf" srcId="{12B34901-51F1-42C3-B147-625FABB1EFD7}" destId="{02D2DD9E-7B41-4C16-AD78-BCB671C6CA63}" srcOrd="0" destOrd="0" presId="urn:microsoft.com/office/officeart/2018/2/layout/IconVerticalSolidList"/>
    <dgm:cxn modelId="{DD7C867D-6DD4-45EF-932A-A14C95466152}" srcId="{DAEA368E-2007-448D-9892-DF4AD056D76D}" destId="{59102FE3-F81A-4CFE-A6C8-36518463CF6B}" srcOrd="3" destOrd="0" parTransId="{5897D35D-8652-4FE4-8B56-4F7D11287C2D}" sibTransId="{ED0B0EBC-83E3-4D01-A262-C4D315BD77E0}"/>
    <dgm:cxn modelId="{366915AF-7568-4DF8-9681-A4CD17E6F979}" type="presOf" srcId="{47D3FC64-02FC-4797-9025-C8A7A8D71897}" destId="{6E4A0A68-BCBF-43A2-AC9F-D7056F211BB9}" srcOrd="0" destOrd="0" presId="urn:microsoft.com/office/officeart/2018/2/layout/IconVerticalSolidList"/>
    <dgm:cxn modelId="{ED4F84B5-28CC-4FD0-AF01-EABED4870659}" srcId="{5B1AC8C1-3751-49EF-ACB0-E8BC6CCAC79F}" destId="{61D0B53A-F4A6-4AB7-BA59-4E5753F91916}" srcOrd="1" destOrd="0" parTransId="{5A44E528-C723-4A12-AE03-9D2D0DB7639B}" sibTransId="{12B68905-2803-4E2A-B52B-773C9AD6CB4B}"/>
    <dgm:cxn modelId="{289F8ED5-DEF0-4A43-B367-F74638B86A60}" srcId="{DAEA368E-2007-448D-9892-DF4AD056D76D}" destId="{47D3FC64-02FC-4797-9025-C8A7A8D71897}" srcOrd="2" destOrd="0" parTransId="{6BE0F68F-6D48-4CEC-B156-B18FECFD726C}" sibTransId="{CD4EEEFB-4A79-4709-B7D6-E7C5AB9F7B04}"/>
    <dgm:cxn modelId="{3F1DDBEA-9E88-4A54-A97D-996B37EE3691}" type="presOf" srcId="{59102FE3-F81A-4CFE-A6C8-36518463CF6B}" destId="{8283E2F8-6946-43D0-83FB-8CBB06DD2E7A}" srcOrd="0" destOrd="0" presId="urn:microsoft.com/office/officeart/2018/2/layout/IconVerticalSolidList"/>
    <dgm:cxn modelId="{817E3FBE-F2EB-411F-B97D-E672ABE1C7BA}" type="presParOf" srcId="{5D36AFA2-0022-439C-8441-42FFD4D7C74E}" destId="{04680231-FE39-4650-9569-B145A814FC3A}" srcOrd="0" destOrd="0" presId="urn:microsoft.com/office/officeart/2018/2/layout/IconVerticalSolidList"/>
    <dgm:cxn modelId="{0A82823F-30CF-4ED5-9CE1-1030D4ED3A7D}" type="presParOf" srcId="{04680231-FE39-4650-9569-B145A814FC3A}" destId="{01AB7994-06BF-49AD-BEA8-2943DD620637}" srcOrd="0" destOrd="0" presId="urn:microsoft.com/office/officeart/2018/2/layout/IconVerticalSolidList"/>
    <dgm:cxn modelId="{5D91CEAE-29C2-4CB5-8BAF-564537A8A97D}" type="presParOf" srcId="{04680231-FE39-4650-9569-B145A814FC3A}" destId="{BCD3BD06-F314-4FFC-ABB5-5E40DB0BC189}" srcOrd="1" destOrd="0" presId="urn:microsoft.com/office/officeart/2018/2/layout/IconVerticalSolidList"/>
    <dgm:cxn modelId="{14560D65-3A09-47B4-9BF1-1FD8A63198F6}" type="presParOf" srcId="{04680231-FE39-4650-9569-B145A814FC3A}" destId="{64612B02-4DF4-4371-9E26-F7148A5C0C9C}" srcOrd="2" destOrd="0" presId="urn:microsoft.com/office/officeart/2018/2/layout/IconVerticalSolidList"/>
    <dgm:cxn modelId="{BF3ED697-2D88-4055-BE95-D0E58ADFFDAF}" type="presParOf" srcId="{04680231-FE39-4650-9569-B145A814FC3A}" destId="{AAB264D9-1CD4-40B7-8F54-1D5FB85D5907}" srcOrd="3" destOrd="0" presId="urn:microsoft.com/office/officeart/2018/2/layout/IconVerticalSolidList"/>
    <dgm:cxn modelId="{C4D5CDFA-6018-46CE-BADF-C68A62927BD5}" type="presParOf" srcId="{04680231-FE39-4650-9569-B145A814FC3A}" destId="{02D2DD9E-7B41-4C16-AD78-BCB671C6CA63}" srcOrd="4" destOrd="0" presId="urn:microsoft.com/office/officeart/2018/2/layout/IconVerticalSolidList"/>
    <dgm:cxn modelId="{6C051533-23F3-4C50-B64C-91506F4CE1B0}" type="presParOf" srcId="{5D36AFA2-0022-439C-8441-42FFD4D7C74E}" destId="{B095D429-ECC4-464F-89E6-C7DB75552F69}" srcOrd="1" destOrd="0" presId="urn:microsoft.com/office/officeart/2018/2/layout/IconVerticalSolidList"/>
    <dgm:cxn modelId="{4B744299-0B01-40D3-BA7D-10617179513F}" type="presParOf" srcId="{5D36AFA2-0022-439C-8441-42FFD4D7C74E}" destId="{7814351D-FA7B-4667-9247-99B896E6ECFB}" srcOrd="2" destOrd="0" presId="urn:microsoft.com/office/officeart/2018/2/layout/IconVerticalSolidList"/>
    <dgm:cxn modelId="{866EB644-AF7A-4AEA-B616-822AFD41EF38}" type="presParOf" srcId="{7814351D-FA7B-4667-9247-99B896E6ECFB}" destId="{594F56AF-46F8-41C6-B538-00D15326494C}" srcOrd="0" destOrd="0" presId="urn:microsoft.com/office/officeart/2018/2/layout/IconVerticalSolidList"/>
    <dgm:cxn modelId="{B4FDD2B7-5A94-447C-B6EE-7ACFA0F0E1D5}" type="presParOf" srcId="{7814351D-FA7B-4667-9247-99B896E6ECFB}" destId="{0CB45BCD-7CE7-48FA-9390-85E40F193705}" srcOrd="1" destOrd="0" presId="urn:microsoft.com/office/officeart/2018/2/layout/IconVerticalSolidList"/>
    <dgm:cxn modelId="{02642EF1-B002-4911-B91D-96EDD6E5CDBE}" type="presParOf" srcId="{7814351D-FA7B-4667-9247-99B896E6ECFB}" destId="{9FE20E6F-4D29-47C2-B4F3-5212892D35E8}" srcOrd="2" destOrd="0" presId="urn:microsoft.com/office/officeart/2018/2/layout/IconVerticalSolidList"/>
    <dgm:cxn modelId="{FE4DF7F7-42A8-48EB-B40D-E9A8F71043CA}" type="presParOf" srcId="{7814351D-FA7B-4667-9247-99B896E6ECFB}" destId="{6DCE31CE-C0C0-4F89-9FBA-AE728A8ECCEA}" srcOrd="3" destOrd="0" presId="urn:microsoft.com/office/officeart/2018/2/layout/IconVerticalSolidList"/>
    <dgm:cxn modelId="{464A71F2-8C77-46EE-9316-CF5A85565B39}" type="presParOf" srcId="{5D36AFA2-0022-439C-8441-42FFD4D7C74E}" destId="{B836BB4D-60AB-4F58-B434-515D75A4EC74}" srcOrd="3" destOrd="0" presId="urn:microsoft.com/office/officeart/2018/2/layout/IconVerticalSolidList"/>
    <dgm:cxn modelId="{58AF0632-CD75-45AB-AA95-D60BF93698B5}" type="presParOf" srcId="{5D36AFA2-0022-439C-8441-42FFD4D7C74E}" destId="{F41CF988-66F4-4EA5-9D78-4826069BB9BD}" srcOrd="4" destOrd="0" presId="urn:microsoft.com/office/officeart/2018/2/layout/IconVerticalSolidList"/>
    <dgm:cxn modelId="{2F3636B3-7287-46A9-A80D-E41DB9EB9E90}" type="presParOf" srcId="{F41CF988-66F4-4EA5-9D78-4826069BB9BD}" destId="{753CCC68-BB3D-41E7-9978-61FAAF5D1808}" srcOrd="0" destOrd="0" presId="urn:microsoft.com/office/officeart/2018/2/layout/IconVerticalSolidList"/>
    <dgm:cxn modelId="{9927854F-4471-4A61-B943-7CEC46FE76EF}" type="presParOf" srcId="{F41CF988-66F4-4EA5-9D78-4826069BB9BD}" destId="{BA47D5C5-1078-4580-902F-ABC29169153C}" srcOrd="1" destOrd="0" presId="urn:microsoft.com/office/officeart/2018/2/layout/IconVerticalSolidList"/>
    <dgm:cxn modelId="{8DA26CC1-3679-41EC-9335-E378B2E74E32}" type="presParOf" srcId="{F41CF988-66F4-4EA5-9D78-4826069BB9BD}" destId="{1BC05845-EF96-4DC8-A822-351E2B2F5A1B}" srcOrd="2" destOrd="0" presId="urn:microsoft.com/office/officeart/2018/2/layout/IconVerticalSolidList"/>
    <dgm:cxn modelId="{D9CC167F-261B-4655-ABA8-201C8343AD5A}" type="presParOf" srcId="{F41CF988-66F4-4EA5-9D78-4826069BB9BD}" destId="{6E4A0A68-BCBF-43A2-AC9F-D7056F211BB9}" srcOrd="3" destOrd="0" presId="urn:microsoft.com/office/officeart/2018/2/layout/IconVerticalSolidList"/>
    <dgm:cxn modelId="{D146E59A-61E0-4A15-B9C0-D4C60CDB0907}" type="presParOf" srcId="{5D36AFA2-0022-439C-8441-42FFD4D7C74E}" destId="{9B57F707-9B42-498C-82E2-FFEAB4E496C4}" srcOrd="5" destOrd="0" presId="urn:microsoft.com/office/officeart/2018/2/layout/IconVerticalSolidList"/>
    <dgm:cxn modelId="{2C9DF995-4764-4A3F-AB74-FC3929786B4C}" type="presParOf" srcId="{5D36AFA2-0022-439C-8441-42FFD4D7C74E}" destId="{4FD4B14B-FF25-422E-8044-9DDA22B36F2A}" srcOrd="6" destOrd="0" presId="urn:microsoft.com/office/officeart/2018/2/layout/IconVerticalSolidList"/>
    <dgm:cxn modelId="{3A3F2910-DF60-4456-9CE2-A851BC0984EA}" type="presParOf" srcId="{4FD4B14B-FF25-422E-8044-9DDA22B36F2A}" destId="{251E840D-FA90-4B3A-B3CC-D055ABF927E1}" srcOrd="0" destOrd="0" presId="urn:microsoft.com/office/officeart/2018/2/layout/IconVerticalSolidList"/>
    <dgm:cxn modelId="{28FF8D1C-2E92-43B3-A707-BF0636647B72}" type="presParOf" srcId="{4FD4B14B-FF25-422E-8044-9DDA22B36F2A}" destId="{E625954D-C489-444F-934B-239AE80565A4}" srcOrd="1" destOrd="0" presId="urn:microsoft.com/office/officeart/2018/2/layout/IconVerticalSolidList"/>
    <dgm:cxn modelId="{693A7041-E4EE-417B-835D-B5E4F9414575}" type="presParOf" srcId="{4FD4B14B-FF25-422E-8044-9DDA22B36F2A}" destId="{98DB7704-11F1-4D05-B45E-C788B73D4D2A}" srcOrd="2" destOrd="0" presId="urn:microsoft.com/office/officeart/2018/2/layout/IconVerticalSolidList"/>
    <dgm:cxn modelId="{40A5BB5E-D3BF-4AAB-B696-227BB1704962}" type="presParOf" srcId="{4FD4B14B-FF25-422E-8044-9DDA22B36F2A}" destId="{8283E2F8-6946-43D0-83FB-8CBB06DD2E7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9B135AE-79F5-4EF0-A700-6FA19F585AF8}" type="doc">
      <dgm:prSet loTypeId="urn:microsoft.com/office/officeart/2005/8/layout/default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B787904-BD11-412A-B5BC-50EF6A1FC367}">
      <dgm:prSet/>
      <dgm:spPr/>
      <dgm:t>
        <a:bodyPr/>
        <a:lstStyle/>
        <a:p>
          <a:r>
            <a:rPr lang="en-US" b="0"/>
            <a:t>Works via application on a phone or tablet (No web or PC apps)</a:t>
          </a:r>
          <a:endParaRPr lang="en-US"/>
        </a:p>
      </dgm:t>
    </dgm:pt>
    <dgm:pt modelId="{C7380F66-B0D0-457B-9AD9-49F37682F73A}" type="parTrans" cxnId="{FC66522E-AA37-44C0-A4B2-A51A6B4AF6C0}">
      <dgm:prSet/>
      <dgm:spPr/>
      <dgm:t>
        <a:bodyPr/>
        <a:lstStyle/>
        <a:p>
          <a:endParaRPr lang="en-US"/>
        </a:p>
      </dgm:t>
    </dgm:pt>
    <dgm:pt modelId="{26B1E13A-4AFA-4E07-BFEA-B0C3FB7DEA7F}" type="sibTrans" cxnId="{FC66522E-AA37-44C0-A4B2-A51A6B4AF6C0}">
      <dgm:prSet/>
      <dgm:spPr/>
      <dgm:t>
        <a:bodyPr/>
        <a:lstStyle/>
        <a:p>
          <a:endParaRPr lang="en-US"/>
        </a:p>
      </dgm:t>
    </dgm:pt>
    <dgm:pt modelId="{A1560997-62E1-4B8A-B0FA-6588BDEB58FB}">
      <dgm:prSet/>
      <dgm:spPr/>
      <dgm:t>
        <a:bodyPr/>
        <a:lstStyle/>
        <a:p>
          <a:r>
            <a:rPr lang="en-US" b="0"/>
            <a:t>Can work via Wi-Fi or Bluetooth </a:t>
          </a:r>
          <a:endParaRPr lang="en-US"/>
        </a:p>
      </dgm:t>
    </dgm:pt>
    <dgm:pt modelId="{FCBF545E-08CA-4CD7-A901-B7AF4CC47B4D}" type="parTrans" cxnId="{F8DC383A-0925-4302-BB3E-9C2641E6F4CB}">
      <dgm:prSet/>
      <dgm:spPr/>
      <dgm:t>
        <a:bodyPr/>
        <a:lstStyle/>
        <a:p>
          <a:endParaRPr lang="en-US"/>
        </a:p>
      </dgm:t>
    </dgm:pt>
    <dgm:pt modelId="{2E368180-322C-4218-8656-9D5F3564438F}" type="sibTrans" cxnId="{F8DC383A-0925-4302-BB3E-9C2641E6F4CB}">
      <dgm:prSet/>
      <dgm:spPr/>
      <dgm:t>
        <a:bodyPr/>
        <a:lstStyle/>
        <a:p>
          <a:endParaRPr lang="en-US"/>
        </a:p>
      </dgm:t>
    </dgm:pt>
    <dgm:pt modelId="{FF7E809A-626F-4881-88B5-620DCD303044}">
      <dgm:prSet/>
      <dgm:spPr/>
      <dgm:t>
        <a:bodyPr/>
        <a:lstStyle/>
        <a:p>
          <a:r>
            <a:rPr lang="en-US" b="0"/>
            <a:t>The application is very easy to use and very powerful</a:t>
          </a:r>
          <a:endParaRPr lang="en-US"/>
        </a:p>
      </dgm:t>
    </dgm:pt>
    <dgm:pt modelId="{2EE65FC7-4E66-4543-A3D4-B7F5254040BB}" type="parTrans" cxnId="{FDA86B44-A8D3-41B2-A6BA-D1F31176D266}">
      <dgm:prSet/>
      <dgm:spPr/>
      <dgm:t>
        <a:bodyPr/>
        <a:lstStyle/>
        <a:p>
          <a:endParaRPr lang="en-US"/>
        </a:p>
      </dgm:t>
    </dgm:pt>
    <dgm:pt modelId="{4250BF1D-70DC-491A-8A74-C0453BF4B6CE}" type="sibTrans" cxnId="{FDA86B44-A8D3-41B2-A6BA-D1F31176D266}">
      <dgm:prSet/>
      <dgm:spPr/>
      <dgm:t>
        <a:bodyPr/>
        <a:lstStyle/>
        <a:p>
          <a:endParaRPr lang="en-US"/>
        </a:p>
      </dgm:t>
    </dgm:pt>
    <dgm:pt modelId="{C14615C4-9191-492E-81C7-C4AF8F36DC14}">
      <dgm:prSet/>
      <dgm:spPr/>
      <dgm:t>
        <a:bodyPr/>
        <a:lstStyle/>
        <a:p>
          <a:r>
            <a:rPr lang="en-US" b="0"/>
            <a:t>Code is extremely simple to manipulate using a dedicated library</a:t>
          </a:r>
          <a:endParaRPr lang="en-US"/>
        </a:p>
      </dgm:t>
    </dgm:pt>
    <dgm:pt modelId="{F17F5C63-F328-4019-8AAC-D741CA283E68}" type="parTrans" cxnId="{CF6FEF6F-4978-47CB-B760-EBAA523B07F6}">
      <dgm:prSet/>
      <dgm:spPr/>
      <dgm:t>
        <a:bodyPr/>
        <a:lstStyle/>
        <a:p>
          <a:endParaRPr lang="en-US"/>
        </a:p>
      </dgm:t>
    </dgm:pt>
    <dgm:pt modelId="{B4AC98FF-253B-4429-8C3F-81C9DB4CFE70}" type="sibTrans" cxnId="{CF6FEF6F-4978-47CB-B760-EBAA523B07F6}">
      <dgm:prSet/>
      <dgm:spPr/>
      <dgm:t>
        <a:bodyPr/>
        <a:lstStyle/>
        <a:p>
          <a:endParaRPr lang="en-US"/>
        </a:p>
      </dgm:t>
    </dgm:pt>
    <dgm:pt modelId="{E6FC7E8F-FAC9-4904-962C-A1C44810154B}">
      <dgm:prSet/>
      <dgm:spPr/>
      <dgm:t>
        <a:bodyPr/>
        <a:lstStyle/>
        <a:p>
          <a:r>
            <a:rPr lang="en-US" b="0"/>
            <a:t>Has a code wizard generator on their website</a:t>
          </a:r>
          <a:endParaRPr lang="en-US"/>
        </a:p>
      </dgm:t>
    </dgm:pt>
    <dgm:pt modelId="{1A072A7D-576F-4E4D-B793-3F6A9C9100BF}" type="parTrans" cxnId="{2F5A85E4-1C1B-4252-B1A2-905E504D5AC3}">
      <dgm:prSet/>
      <dgm:spPr/>
      <dgm:t>
        <a:bodyPr/>
        <a:lstStyle/>
        <a:p>
          <a:endParaRPr lang="en-US"/>
        </a:p>
      </dgm:t>
    </dgm:pt>
    <dgm:pt modelId="{808E41E1-B6AF-4C6C-A072-61D8A3F4078D}" type="sibTrans" cxnId="{2F5A85E4-1C1B-4252-B1A2-905E504D5AC3}">
      <dgm:prSet/>
      <dgm:spPr/>
      <dgm:t>
        <a:bodyPr/>
        <a:lstStyle/>
        <a:p>
          <a:endParaRPr lang="en-US"/>
        </a:p>
      </dgm:t>
    </dgm:pt>
    <dgm:pt modelId="{D82B2545-6AAD-4A8F-80B1-C4C248F59327}">
      <dgm:prSet/>
      <dgm:spPr/>
      <dgm:t>
        <a:bodyPr/>
        <a:lstStyle/>
        <a:p>
          <a:r>
            <a:rPr lang="en-US" b="0"/>
            <a:t>Wi-Fi and Bluetooth code is the same, only small change in initialization</a:t>
          </a:r>
          <a:endParaRPr lang="en-US"/>
        </a:p>
      </dgm:t>
    </dgm:pt>
    <dgm:pt modelId="{EED20BA2-75D7-4FFB-96E0-851B0080FDD6}" type="parTrans" cxnId="{04FFD695-B2CA-4514-843E-C6F542299BAF}">
      <dgm:prSet/>
      <dgm:spPr/>
      <dgm:t>
        <a:bodyPr/>
        <a:lstStyle/>
        <a:p>
          <a:endParaRPr lang="en-US"/>
        </a:p>
      </dgm:t>
    </dgm:pt>
    <dgm:pt modelId="{0159BFCA-617A-47E1-B101-AACE0AE791EE}" type="sibTrans" cxnId="{04FFD695-B2CA-4514-843E-C6F542299BAF}">
      <dgm:prSet/>
      <dgm:spPr/>
      <dgm:t>
        <a:bodyPr/>
        <a:lstStyle/>
        <a:p>
          <a:endParaRPr lang="en-US"/>
        </a:p>
      </dgm:t>
    </dgm:pt>
    <dgm:pt modelId="{7FC59A1F-DB34-4303-B812-94FEDA97CE89}">
      <dgm:prSet/>
      <dgm:spPr/>
      <dgm:t>
        <a:bodyPr/>
        <a:lstStyle/>
        <a:p>
          <a:r>
            <a:rPr lang="en-US" b="0"/>
            <a:t>Automatic application sync for all used devices</a:t>
          </a:r>
          <a:endParaRPr lang="en-US"/>
        </a:p>
      </dgm:t>
    </dgm:pt>
    <dgm:pt modelId="{D107E9C4-6ED8-47AD-99A8-FE42ACF844EE}" type="parTrans" cxnId="{2400C124-867B-4C59-ACB8-276D4F7EBCFD}">
      <dgm:prSet/>
      <dgm:spPr/>
      <dgm:t>
        <a:bodyPr/>
        <a:lstStyle/>
        <a:p>
          <a:endParaRPr lang="en-US"/>
        </a:p>
      </dgm:t>
    </dgm:pt>
    <dgm:pt modelId="{63E1F771-2958-4BE3-88E7-210144CF4838}" type="sibTrans" cxnId="{2400C124-867B-4C59-ACB8-276D4F7EBCFD}">
      <dgm:prSet/>
      <dgm:spPr/>
      <dgm:t>
        <a:bodyPr/>
        <a:lstStyle/>
        <a:p>
          <a:endParaRPr lang="en-US"/>
        </a:p>
      </dgm:t>
    </dgm:pt>
    <dgm:pt modelId="{343E3E91-53D8-4CF5-A1BB-E5BFD7E09BBA}">
      <dgm:prSet/>
      <dgm:spPr/>
      <dgm:t>
        <a:bodyPr/>
        <a:lstStyle/>
        <a:p>
          <a:r>
            <a:rPr lang="en-US" b="0"/>
            <a:t>Android supports widgets</a:t>
          </a:r>
          <a:endParaRPr lang="en-US"/>
        </a:p>
      </dgm:t>
    </dgm:pt>
    <dgm:pt modelId="{445B9F80-F34D-459A-BC1F-E272881C6BBC}" type="parTrans" cxnId="{686415AB-887C-4C9D-813F-3BF99E756F5E}">
      <dgm:prSet/>
      <dgm:spPr/>
      <dgm:t>
        <a:bodyPr/>
        <a:lstStyle/>
        <a:p>
          <a:endParaRPr lang="en-US"/>
        </a:p>
      </dgm:t>
    </dgm:pt>
    <dgm:pt modelId="{37931C8C-DD40-4E32-82AD-F6EEE6007B10}" type="sibTrans" cxnId="{686415AB-887C-4C9D-813F-3BF99E756F5E}">
      <dgm:prSet/>
      <dgm:spPr/>
      <dgm:t>
        <a:bodyPr/>
        <a:lstStyle/>
        <a:p>
          <a:endParaRPr lang="en-US"/>
        </a:p>
      </dgm:t>
    </dgm:pt>
    <dgm:pt modelId="{6906C4E8-57BE-44CC-B735-3687C484C179}">
      <dgm:prSet/>
      <dgm:spPr/>
      <dgm:t>
        <a:bodyPr/>
        <a:lstStyle/>
        <a:p>
          <a:r>
            <a:rPr lang="en-US" b="0"/>
            <a:t>We can use </a:t>
          </a:r>
          <a:r>
            <a:rPr lang="en-US" b="1"/>
            <a:t>our own </a:t>
          </a:r>
          <a:r>
            <a:rPr lang="en-US" b="0"/>
            <a:t>server!! (RPI4)</a:t>
          </a:r>
          <a:endParaRPr lang="en-US"/>
        </a:p>
      </dgm:t>
    </dgm:pt>
    <dgm:pt modelId="{40CEEECE-5DA1-4E59-8A89-6797EA43FFA5}" type="parTrans" cxnId="{0C7D55F8-4E64-4A20-9DDE-4209EB74CFA6}">
      <dgm:prSet/>
      <dgm:spPr/>
      <dgm:t>
        <a:bodyPr/>
        <a:lstStyle/>
        <a:p>
          <a:endParaRPr lang="en-US"/>
        </a:p>
      </dgm:t>
    </dgm:pt>
    <dgm:pt modelId="{2BE1F304-54E7-432A-ACB5-880F31A72324}" type="sibTrans" cxnId="{0C7D55F8-4E64-4A20-9DDE-4209EB74CFA6}">
      <dgm:prSet/>
      <dgm:spPr/>
      <dgm:t>
        <a:bodyPr/>
        <a:lstStyle/>
        <a:p>
          <a:endParaRPr lang="en-US"/>
        </a:p>
      </dgm:t>
    </dgm:pt>
    <dgm:pt modelId="{BC997426-106A-4FC6-B5B3-86BFFF8B7A60}">
      <dgm:prSet/>
      <dgm:spPr/>
      <dgm:t>
        <a:bodyPr/>
        <a:lstStyle/>
        <a:p>
          <a:r>
            <a:rPr lang="en-US" b="0"/>
            <a:t>Blynk have a service to generate an application for us to be published on app store</a:t>
          </a:r>
          <a:endParaRPr lang="en-US"/>
        </a:p>
      </dgm:t>
    </dgm:pt>
    <dgm:pt modelId="{5BF0BFA9-2C05-4BBF-9C43-DBCE29574F18}" type="parTrans" cxnId="{B3E416D9-6A60-431A-9D83-133A09DF633C}">
      <dgm:prSet/>
      <dgm:spPr/>
      <dgm:t>
        <a:bodyPr/>
        <a:lstStyle/>
        <a:p>
          <a:endParaRPr lang="en-US"/>
        </a:p>
      </dgm:t>
    </dgm:pt>
    <dgm:pt modelId="{E18715A9-32E6-4E49-AE75-47E8787A491C}" type="sibTrans" cxnId="{B3E416D9-6A60-431A-9D83-133A09DF633C}">
      <dgm:prSet/>
      <dgm:spPr/>
      <dgm:t>
        <a:bodyPr/>
        <a:lstStyle/>
        <a:p>
          <a:endParaRPr lang="en-US"/>
        </a:p>
      </dgm:t>
    </dgm:pt>
    <dgm:pt modelId="{E1FD63F5-F2C3-45A6-A5A4-D1740E8A6249}">
      <dgm:prSet/>
      <dgm:spPr/>
      <dgm:t>
        <a:bodyPr/>
        <a:lstStyle/>
        <a:p>
          <a:r>
            <a:rPr lang="en-US" b="0"/>
            <a:t>Look at the course GIT for a user guide and a demo code </a:t>
          </a:r>
          <a:endParaRPr lang="en-US"/>
        </a:p>
      </dgm:t>
    </dgm:pt>
    <dgm:pt modelId="{F9F2EE87-B23C-464D-99C0-41D8A5FC0BAF}" type="parTrans" cxnId="{97B6C2F4-F954-48AA-A7DE-1B81A04EC060}">
      <dgm:prSet/>
      <dgm:spPr/>
      <dgm:t>
        <a:bodyPr/>
        <a:lstStyle/>
        <a:p>
          <a:endParaRPr lang="en-US"/>
        </a:p>
      </dgm:t>
    </dgm:pt>
    <dgm:pt modelId="{1A687684-C41E-4F58-AE9E-AB904E167F4F}" type="sibTrans" cxnId="{97B6C2F4-F954-48AA-A7DE-1B81A04EC060}">
      <dgm:prSet/>
      <dgm:spPr/>
      <dgm:t>
        <a:bodyPr/>
        <a:lstStyle/>
        <a:p>
          <a:endParaRPr lang="en-US"/>
        </a:p>
      </dgm:t>
    </dgm:pt>
    <dgm:pt modelId="{82367794-C18D-460A-88B0-49EE504D3D06}" type="pres">
      <dgm:prSet presAssocID="{79B135AE-79F5-4EF0-A700-6FA19F585AF8}" presName="diagram" presStyleCnt="0">
        <dgm:presLayoutVars>
          <dgm:dir/>
          <dgm:resizeHandles val="exact"/>
        </dgm:presLayoutVars>
      </dgm:prSet>
      <dgm:spPr/>
    </dgm:pt>
    <dgm:pt modelId="{69A73E45-A604-4CFA-A294-F3ECE9C9D5C4}" type="pres">
      <dgm:prSet presAssocID="{8B787904-BD11-412A-B5BC-50EF6A1FC367}" presName="node" presStyleLbl="node1" presStyleIdx="0" presStyleCnt="11">
        <dgm:presLayoutVars>
          <dgm:bulletEnabled val="1"/>
        </dgm:presLayoutVars>
      </dgm:prSet>
      <dgm:spPr/>
    </dgm:pt>
    <dgm:pt modelId="{8870B543-1224-4ED8-8641-BB92B8735877}" type="pres">
      <dgm:prSet presAssocID="{26B1E13A-4AFA-4E07-BFEA-B0C3FB7DEA7F}" presName="sibTrans" presStyleCnt="0"/>
      <dgm:spPr/>
    </dgm:pt>
    <dgm:pt modelId="{102403BC-EA4C-494B-BDC1-0D94514F9987}" type="pres">
      <dgm:prSet presAssocID="{A1560997-62E1-4B8A-B0FA-6588BDEB58FB}" presName="node" presStyleLbl="node1" presStyleIdx="1" presStyleCnt="11">
        <dgm:presLayoutVars>
          <dgm:bulletEnabled val="1"/>
        </dgm:presLayoutVars>
      </dgm:prSet>
      <dgm:spPr/>
    </dgm:pt>
    <dgm:pt modelId="{0E031259-6FBC-40F8-897A-560D55AE311D}" type="pres">
      <dgm:prSet presAssocID="{2E368180-322C-4218-8656-9D5F3564438F}" presName="sibTrans" presStyleCnt="0"/>
      <dgm:spPr/>
    </dgm:pt>
    <dgm:pt modelId="{C84D4424-9145-4722-BBEC-0F066C5C8A13}" type="pres">
      <dgm:prSet presAssocID="{FF7E809A-626F-4881-88B5-620DCD303044}" presName="node" presStyleLbl="node1" presStyleIdx="2" presStyleCnt="11">
        <dgm:presLayoutVars>
          <dgm:bulletEnabled val="1"/>
        </dgm:presLayoutVars>
      </dgm:prSet>
      <dgm:spPr/>
    </dgm:pt>
    <dgm:pt modelId="{EDF8E841-7B7D-4731-A256-BE5F3FB103F6}" type="pres">
      <dgm:prSet presAssocID="{4250BF1D-70DC-491A-8A74-C0453BF4B6CE}" presName="sibTrans" presStyleCnt="0"/>
      <dgm:spPr/>
    </dgm:pt>
    <dgm:pt modelId="{2924B866-8835-443F-8717-481C12F30EB6}" type="pres">
      <dgm:prSet presAssocID="{C14615C4-9191-492E-81C7-C4AF8F36DC14}" presName="node" presStyleLbl="node1" presStyleIdx="3" presStyleCnt="11">
        <dgm:presLayoutVars>
          <dgm:bulletEnabled val="1"/>
        </dgm:presLayoutVars>
      </dgm:prSet>
      <dgm:spPr/>
    </dgm:pt>
    <dgm:pt modelId="{0C5BDEFD-FA3F-4D64-9F9C-56B3E7065248}" type="pres">
      <dgm:prSet presAssocID="{B4AC98FF-253B-4429-8C3F-81C9DB4CFE70}" presName="sibTrans" presStyleCnt="0"/>
      <dgm:spPr/>
    </dgm:pt>
    <dgm:pt modelId="{B8C9C3BB-BD0E-4998-B4FD-B445EB7BFDF0}" type="pres">
      <dgm:prSet presAssocID="{E6FC7E8F-FAC9-4904-962C-A1C44810154B}" presName="node" presStyleLbl="node1" presStyleIdx="4" presStyleCnt="11">
        <dgm:presLayoutVars>
          <dgm:bulletEnabled val="1"/>
        </dgm:presLayoutVars>
      </dgm:prSet>
      <dgm:spPr/>
    </dgm:pt>
    <dgm:pt modelId="{870EDBBB-6AA0-445B-92A9-51491A5BBB7A}" type="pres">
      <dgm:prSet presAssocID="{808E41E1-B6AF-4C6C-A072-61D8A3F4078D}" presName="sibTrans" presStyleCnt="0"/>
      <dgm:spPr/>
    </dgm:pt>
    <dgm:pt modelId="{048BF431-57DC-4032-90A2-1CB67A7ED50D}" type="pres">
      <dgm:prSet presAssocID="{D82B2545-6AAD-4A8F-80B1-C4C248F59327}" presName="node" presStyleLbl="node1" presStyleIdx="5" presStyleCnt="11">
        <dgm:presLayoutVars>
          <dgm:bulletEnabled val="1"/>
        </dgm:presLayoutVars>
      </dgm:prSet>
      <dgm:spPr/>
    </dgm:pt>
    <dgm:pt modelId="{F956AC27-8F3D-4A03-8F97-8BE44D5F7B4C}" type="pres">
      <dgm:prSet presAssocID="{0159BFCA-617A-47E1-B101-AACE0AE791EE}" presName="sibTrans" presStyleCnt="0"/>
      <dgm:spPr/>
    </dgm:pt>
    <dgm:pt modelId="{8866E4BD-677F-4FC5-8E8C-ADB62ABBB93B}" type="pres">
      <dgm:prSet presAssocID="{7FC59A1F-DB34-4303-B812-94FEDA97CE89}" presName="node" presStyleLbl="node1" presStyleIdx="6" presStyleCnt="11">
        <dgm:presLayoutVars>
          <dgm:bulletEnabled val="1"/>
        </dgm:presLayoutVars>
      </dgm:prSet>
      <dgm:spPr/>
    </dgm:pt>
    <dgm:pt modelId="{6F14BB49-042F-4AA3-AF27-4050B0F358BE}" type="pres">
      <dgm:prSet presAssocID="{63E1F771-2958-4BE3-88E7-210144CF4838}" presName="sibTrans" presStyleCnt="0"/>
      <dgm:spPr/>
    </dgm:pt>
    <dgm:pt modelId="{4662CA0D-AB0F-489B-92CA-48D498E75967}" type="pres">
      <dgm:prSet presAssocID="{343E3E91-53D8-4CF5-A1BB-E5BFD7E09BBA}" presName="node" presStyleLbl="node1" presStyleIdx="7" presStyleCnt="11">
        <dgm:presLayoutVars>
          <dgm:bulletEnabled val="1"/>
        </dgm:presLayoutVars>
      </dgm:prSet>
      <dgm:spPr/>
    </dgm:pt>
    <dgm:pt modelId="{A97C82C9-C6BB-489D-876F-FD5DE87F66B2}" type="pres">
      <dgm:prSet presAssocID="{37931C8C-DD40-4E32-82AD-F6EEE6007B10}" presName="sibTrans" presStyleCnt="0"/>
      <dgm:spPr/>
    </dgm:pt>
    <dgm:pt modelId="{9E457864-655C-4DE7-B9C8-08EE3A435CAF}" type="pres">
      <dgm:prSet presAssocID="{6906C4E8-57BE-44CC-B735-3687C484C179}" presName="node" presStyleLbl="node1" presStyleIdx="8" presStyleCnt="11">
        <dgm:presLayoutVars>
          <dgm:bulletEnabled val="1"/>
        </dgm:presLayoutVars>
      </dgm:prSet>
      <dgm:spPr/>
    </dgm:pt>
    <dgm:pt modelId="{943C733B-CEC9-4D00-B32E-1B42D683F834}" type="pres">
      <dgm:prSet presAssocID="{2BE1F304-54E7-432A-ACB5-880F31A72324}" presName="sibTrans" presStyleCnt="0"/>
      <dgm:spPr/>
    </dgm:pt>
    <dgm:pt modelId="{E77DDF2D-EF65-4603-BED9-E9359470B7B6}" type="pres">
      <dgm:prSet presAssocID="{BC997426-106A-4FC6-B5B3-86BFFF8B7A60}" presName="node" presStyleLbl="node1" presStyleIdx="9" presStyleCnt="11">
        <dgm:presLayoutVars>
          <dgm:bulletEnabled val="1"/>
        </dgm:presLayoutVars>
      </dgm:prSet>
      <dgm:spPr/>
    </dgm:pt>
    <dgm:pt modelId="{A4B24AEE-7826-4FBF-A974-1B0C443242C7}" type="pres">
      <dgm:prSet presAssocID="{E18715A9-32E6-4E49-AE75-47E8787A491C}" presName="sibTrans" presStyleCnt="0"/>
      <dgm:spPr/>
    </dgm:pt>
    <dgm:pt modelId="{8E321A85-7C3B-4B47-B28C-5C65CA824C2D}" type="pres">
      <dgm:prSet presAssocID="{E1FD63F5-F2C3-45A6-A5A4-D1740E8A6249}" presName="node" presStyleLbl="node1" presStyleIdx="10" presStyleCnt="11">
        <dgm:presLayoutVars>
          <dgm:bulletEnabled val="1"/>
        </dgm:presLayoutVars>
      </dgm:prSet>
      <dgm:spPr/>
    </dgm:pt>
  </dgm:ptLst>
  <dgm:cxnLst>
    <dgm:cxn modelId="{2400C124-867B-4C59-ACB8-276D4F7EBCFD}" srcId="{79B135AE-79F5-4EF0-A700-6FA19F585AF8}" destId="{7FC59A1F-DB34-4303-B812-94FEDA97CE89}" srcOrd="6" destOrd="0" parTransId="{D107E9C4-6ED8-47AD-99A8-FE42ACF844EE}" sibTransId="{63E1F771-2958-4BE3-88E7-210144CF4838}"/>
    <dgm:cxn modelId="{FC66522E-AA37-44C0-A4B2-A51A6B4AF6C0}" srcId="{79B135AE-79F5-4EF0-A700-6FA19F585AF8}" destId="{8B787904-BD11-412A-B5BC-50EF6A1FC367}" srcOrd="0" destOrd="0" parTransId="{C7380F66-B0D0-457B-9AD9-49F37682F73A}" sibTransId="{26B1E13A-4AFA-4E07-BFEA-B0C3FB7DEA7F}"/>
    <dgm:cxn modelId="{F8DC383A-0925-4302-BB3E-9C2641E6F4CB}" srcId="{79B135AE-79F5-4EF0-A700-6FA19F585AF8}" destId="{A1560997-62E1-4B8A-B0FA-6588BDEB58FB}" srcOrd="1" destOrd="0" parTransId="{FCBF545E-08CA-4CD7-A901-B7AF4CC47B4D}" sibTransId="{2E368180-322C-4218-8656-9D5F3564438F}"/>
    <dgm:cxn modelId="{E8226A3F-639E-41D5-BB01-23D0FD084494}" type="presOf" srcId="{E1FD63F5-F2C3-45A6-A5A4-D1740E8A6249}" destId="{8E321A85-7C3B-4B47-B28C-5C65CA824C2D}" srcOrd="0" destOrd="0" presId="urn:microsoft.com/office/officeart/2005/8/layout/default"/>
    <dgm:cxn modelId="{FDA86B44-A8D3-41B2-A6BA-D1F31176D266}" srcId="{79B135AE-79F5-4EF0-A700-6FA19F585AF8}" destId="{FF7E809A-626F-4881-88B5-620DCD303044}" srcOrd="2" destOrd="0" parTransId="{2EE65FC7-4E66-4543-A3D4-B7F5254040BB}" sibTransId="{4250BF1D-70DC-491A-8A74-C0453BF4B6CE}"/>
    <dgm:cxn modelId="{28417B4A-3B9D-4DF0-BCE4-DA21157B3F9E}" type="presOf" srcId="{E6FC7E8F-FAC9-4904-962C-A1C44810154B}" destId="{B8C9C3BB-BD0E-4998-B4FD-B445EB7BFDF0}" srcOrd="0" destOrd="0" presId="urn:microsoft.com/office/officeart/2005/8/layout/default"/>
    <dgm:cxn modelId="{CF6FEF6F-4978-47CB-B760-EBAA523B07F6}" srcId="{79B135AE-79F5-4EF0-A700-6FA19F585AF8}" destId="{C14615C4-9191-492E-81C7-C4AF8F36DC14}" srcOrd="3" destOrd="0" parTransId="{F17F5C63-F328-4019-8AAC-D741CA283E68}" sibTransId="{B4AC98FF-253B-4429-8C3F-81C9DB4CFE70}"/>
    <dgm:cxn modelId="{0AD6F081-04C9-461D-8796-B525E00201E3}" type="presOf" srcId="{79B135AE-79F5-4EF0-A700-6FA19F585AF8}" destId="{82367794-C18D-460A-88B0-49EE504D3D06}" srcOrd="0" destOrd="0" presId="urn:microsoft.com/office/officeart/2005/8/layout/default"/>
    <dgm:cxn modelId="{72568985-178D-469D-B823-5B398F457743}" type="presOf" srcId="{FF7E809A-626F-4881-88B5-620DCD303044}" destId="{C84D4424-9145-4722-BBEC-0F066C5C8A13}" srcOrd="0" destOrd="0" presId="urn:microsoft.com/office/officeart/2005/8/layout/default"/>
    <dgm:cxn modelId="{04FFD695-B2CA-4514-843E-C6F542299BAF}" srcId="{79B135AE-79F5-4EF0-A700-6FA19F585AF8}" destId="{D82B2545-6AAD-4A8F-80B1-C4C248F59327}" srcOrd="5" destOrd="0" parTransId="{EED20BA2-75D7-4FFB-96E0-851B0080FDD6}" sibTransId="{0159BFCA-617A-47E1-B101-AACE0AE791EE}"/>
    <dgm:cxn modelId="{44CC4FA8-2F69-44C0-BBF8-A9A92A11D69A}" type="presOf" srcId="{BC997426-106A-4FC6-B5B3-86BFFF8B7A60}" destId="{E77DDF2D-EF65-4603-BED9-E9359470B7B6}" srcOrd="0" destOrd="0" presId="urn:microsoft.com/office/officeart/2005/8/layout/default"/>
    <dgm:cxn modelId="{686415AB-887C-4C9D-813F-3BF99E756F5E}" srcId="{79B135AE-79F5-4EF0-A700-6FA19F585AF8}" destId="{343E3E91-53D8-4CF5-A1BB-E5BFD7E09BBA}" srcOrd="7" destOrd="0" parTransId="{445B9F80-F34D-459A-BC1F-E272881C6BBC}" sibTransId="{37931C8C-DD40-4E32-82AD-F6EEE6007B10}"/>
    <dgm:cxn modelId="{ABC10CBB-6A5A-46DD-8F4B-8C1F470CF18E}" type="presOf" srcId="{6906C4E8-57BE-44CC-B735-3687C484C179}" destId="{9E457864-655C-4DE7-B9C8-08EE3A435CAF}" srcOrd="0" destOrd="0" presId="urn:microsoft.com/office/officeart/2005/8/layout/default"/>
    <dgm:cxn modelId="{6D9A94CB-8C71-432F-A4A5-604FFB7753E4}" type="presOf" srcId="{8B787904-BD11-412A-B5BC-50EF6A1FC367}" destId="{69A73E45-A604-4CFA-A294-F3ECE9C9D5C4}" srcOrd="0" destOrd="0" presId="urn:microsoft.com/office/officeart/2005/8/layout/default"/>
    <dgm:cxn modelId="{2B7B9ED3-EE81-42C1-9E25-2159066E3F42}" type="presOf" srcId="{343E3E91-53D8-4CF5-A1BB-E5BFD7E09BBA}" destId="{4662CA0D-AB0F-489B-92CA-48D498E75967}" srcOrd="0" destOrd="0" presId="urn:microsoft.com/office/officeart/2005/8/layout/default"/>
    <dgm:cxn modelId="{B3E416D9-6A60-431A-9D83-133A09DF633C}" srcId="{79B135AE-79F5-4EF0-A700-6FA19F585AF8}" destId="{BC997426-106A-4FC6-B5B3-86BFFF8B7A60}" srcOrd="9" destOrd="0" parTransId="{5BF0BFA9-2C05-4BBF-9C43-DBCE29574F18}" sibTransId="{E18715A9-32E6-4E49-AE75-47E8787A491C}"/>
    <dgm:cxn modelId="{2F5A85E4-1C1B-4252-B1A2-905E504D5AC3}" srcId="{79B135AE-79F5-4EF0-A700-6FA19F585AF8}" destId="{E6FC7E8F-FAC9-4904-962C-A1C44810154B}" srcOrd="4" destOrd="0" parTransId="{1A072A7D-576F-4E4D-B793-3F6A9C9100BF}" sibTransId="{808E41E1-B6AF-4C6C-A072-61D8A3F4078D}"/>
    <dgm:cxn modelId="{E0C167F0-3A12-4933-996C-6685C020CC7C}" type="presOf" srcId="{C14615C4-9191-492E-81C7-C4AF8F36DC14}" destId="{2924B866-8835-443F-8717-481C12F30EB6}" srcOrd="0" destOrd="0" presId="urn:microsoft.com/office/officeart/2005/8/layout/default"/>
    <dgm:cxn modelId="{6C92D7F0-1114-47E8-8E9E-32105E342EE3}" type="presOf" srcId="{D82B2545-6AAD-4A8F-80B1-C4C248F59327}" destId="{048BF431-57DC-4032-90A2-1CB67A7ED50D}" srcOrd="0" destOrd="0" presId="urn:microsoft.com/office/officeart/2005/8/layout/default"/>
    <dgm:cxn modelId="{97B6C2F4-F954-48AA-A7DE-1B81A04EC060}" srcId="{79B135AE-79F5-4EF0-A700-6FA19F585AF8}" destId="{E1FD63F5-F2C3-45A6-A5A4-D1740E8A6249}" srcOrd="10" destOrd="0" parTransId="{F9F2EE87-B23C-464D-99C0-41D8A5FC0BAF}" sibTransId="{1A687684-C41E-4F58-AE9E-AB904E167F4F}"/>
    <dgm:cxn modelId="{A95A4BF8-7E7B-407B-8595-E7FB32309472}" type="presOf" srcId="{A1560997-62E1-4B8A-B0FA-6588BDEB58FB}" destId="{102403BC-EA4C-494B-BDC1-0D94514F9987}" srcOrd="0" destOrd="0" presId="urn:microsoft.com/office/officeart/2005/8/layout/default"/>
    <dgm:cxn modelId="{0C7D55F8-4E64-4A20-9DDE-4209EB74CFA6}" srcId="{79B135AE-79F5-4EF0-A700-6FA19F585AF8}" destId="{6906C4E8-57BE-44CC-B735-3687C484C179}" srcOrd="8" destOrd="0" parTransId="{40CEEECE-5DA1-4E59-8A89-6797EA43FFA5}" sibTransId="{2BE1F304-54E7-432A-ACB5-880F31A72324}"/>
    <dgm:cxn modelId="{357FC1FE-E074-44A1-82D1-5F4E1B0D9382}" type="presOf" srcId="{7FC59A1F-DB34-4303-B812-94FEDA97CE89}" destId="{8866E4BD-677F-4FC5-8E8C-ADB62ABBB93B}" srcOrd="0" destOrd="0" presId="urn:microsoft.com/office/officeart/2005/8/layout/default"/>
    <dgm:cxn modelId="{0427C943-F1B2-4AC6-A138-A279C80BBA9A}" type="presParOf" srcId="{82367794-C18D-460A-88B0-49EE504D3D06}" destId="{69A73E45-A604-4CFA-A294-F3ECE9C9D5C4}" srcOrd="0" destOrd="0" presId="urn:microsoft.com/office/officeart/2005/8/layout/default"/>
    <dgm:cxn modelId="{17A1C07C-545A-41E7-8C9D-5560FEF12391}" type="presParOf" srcId="{82367794-C18D-460A-88B0-49EE504D3D06}" destId="{8870B543-1224-4ED8-8641-BB92B8735877}" srcOrd="1" destOrd="0" presId="urn:microsoft.com/office/officeart/2005/8/layout/default"/>
    <dgm:cxn modelId="{2AD9DD89-DEA5-4CD5-BA9C-021F3B983B96}" type="presParOf" srcId="{82367794-C18D-460A-88B0-49EE504D3D06}" destId="{102403BC-EA4C-494B-BDC1-0D94514F9987}" srcOrd="2" destOrd="0" presId="urn:microsoft.com/office/officeart/2005/8/layout/default"/>
    <dgm:cxn modelId="{450DA776-DD30-4E67-8EEE-A4640DBC8EEE}" type="presParOf" srcId="{82367794-C18D-460A-88B0-49EE504D3D06}" destId="{0E031259-6FBC-40F8-897A-560D55AE311D}" srcOrd="3" destOrd="0" presId="urn:microsoft.com/office/officeart/2005/8/layout/default"/>
    <dgm:cxn modelId="{26046F87-AA92-4E07-876F-3089BDE8F24F}" type="presParOf" srcId="{82367794-C18D-460A-88B0-49EE504D3D06}" destId="{C84D4424-9145-4722-BBEC-0F066C5C8A13}" srcOrd="4" destOrd="0" presId="urn:microsoft.com/office/officeart/2005/8/layout/default"/>
    <dgm:cxn modelId="{BCF7CF41-BA52-4C7F-9AC2-ACE4D6B8103C}" type="presParOf" srcId="{82367794-C18D-460A-88B0-49EE504D3D06}" destId="{EDF8E841-7B7D-4731-A256-BE5F3FB103F6}" srcOrd="5" destOrd="0" presId="urn:microsoft.com/office/officeart/2005/8/layout/default"/>
    <dgm:cxn modelId="{0886A0E7-DCB4-44AD-94D3-EF0E7E53E0C7}" type="presParOf" srcId="{82367794-C18D-460A-88B0-49EE504D3D06}" destId="{2924B866-8835-443F-8717-481C12F30EB6}" srcOrd="6" destOrd="0" presId="urn:microsoft.com/office/officeart/2005/8/layout/default"/>
    <dgm:cxn modelId="{20F2B2C0-6C48-49B8-A568-8AE9FF4DEADA}" type="presParOf" srcId="{82367794-C18D-460A-88B0-49EE504D3D06}" destId="{0C5BDEFD-FA3F-4D64-9F9C-56B3E7065248}" srcOrd="7" destOrd="0" presId="urn:microsoft.com/office/officeart/2005/8/layout/default"/>
    <dgm:cxn modelId="{CDF8F8B8-7235-4C51-95BC-C7E862183951}" type="presParOf" srcId="{82367794-C18D-460A-88B0-49EE504D3D06}" destId="{B8C9C3BB-BD0E-4998-B4FD-B445EB7BFDF0}" srcOrd="8" destOrd="0" presId="urn:microsoft.com/office/officeart/2005/8/layout/default"/>
    <dgm:cxn modelId="{745293FF-4E94-403C-9BC0-13B4D3FC8B56}" type="presParOf" srcId="{82367794-C18D-460A-88B0-49EE504D3D06}" destId="{870EDBBB-6AA0-445B-92A9-51491A5BBB7A}" srcOrd="9" destOrd="0" presId="urn:microsoft.com/office/officeart/2005/8/layout/default"/>
    <dgm:cxn modelId="{EE5E6BAD-BCD6-43B6-BA35-E6F53B706BBB}" type="presParOf" srcId="{82367794-C18D-460A-88B0-49EE504D3D06}" destId="{048BF431-57DC-4032-90A2-1CB67A7ED50D}" srcOrd="10" destOrd="0" presId="urn:microsoft.com/office/officeart/2005/8/layout/default"/>
    <dgm:cxn modelId="{5842841C-665F-4FFA-B92E-95D032711B02}" type="presParOf" srcId="{82367794-C18D-460A-88B0-49EE504D3D06}" destId="{F956AC27-8F3D-4A03-8F97-8BE44D5F7B4C}" srcOrd="11" destOrd="0" presId="urn:microsoft.com/office/officeart/2005/8/layout/default"/>
    <dgm:cxn modelId="{8DBF1991-B73E-481B-A8D7-F1CE7AC4FA20}" type="presParOf" srcId="{82367794-C18D-460A-88B0-49EE504D3D06}" destId="{8866E4BD-677F-4FC5-8E8C-ADB62ABBB93B}" srcOrd="12" destOrd="0" presId="urn:microsoft.com/office/officeart/2005/8/layout/default"/>
    <dgm:cxn modelId="{2F92F7F7-9BCA-496A-90C9-9E68F39B07E9}" type="presParOf" srcId="{82367794-C18D-460A-88B0-49EE504D3D06}" destId="{6F14BB49-042F-4AA3-AF27-4050B0F358BE}" srcOrd="13" destOrd="0" presId="urn:microsoft.com/office/officeart/2005/8/layout/default"/>
    <dgm:cxn modelId="{9E5D6E9A-B89C-444A-9104-DA7DE4FF3B5F}" type="presParOf" srcId="{82367794-C18D-460A-88B0-49EE504D3D06}" destId="{4662CA0D-AB0F-489B-92CA-48D498E75967}" srcOrd="14" destOrd="0" presId="urn:microsoft.com/office/officeart/2005/8/layout/default"/>
    <dgm:cxn modelId="{531747A2-61BA-44E6-9D52-BCE7B364C7C3}" type="presParOf" srcId="{82367794-C18D-460A-88B0-49EE504D3D06}" destId="{A97C82C9-C6BB-489D-876F-FD5DE87F66B2}" srcOrd="15" destOrd="0" presId="urn:microsoft.com/office/officeart/2005/8/layout/default"/>
    <dgm:cxn modelId="{D3F3C89B-FC6F-4D1E-BCC5-8844F538F5FA}" type="presParOf" srcId="{82367794-C18D-460A-88B0-49EE504D3D06}" destId="{9E457864-655C-4DE7-B9C8-08EE3A435CAF}" srcOrd="16" destOrd="0" presId="urn:microsoft.com/office/officeart/2005/8/layout/default"/>
    <dgm:cxn modelId="{2FA2C56C-22F8-465F-8871-295DD41A6D25}" type="presParOf" srcId="{82367794-C18D-460A-88B0-49EE504D3D06}" destId="{943C733B-CEC9-4D00-B32E-1B42D683F834}" srcOrd="17" destOrd="0" presId="urn:microsoft.com/office/officeart/2005/8/layout/default"/>
    <dgm:cxn modelId="{ED0FB7E2-18DA-480E-9E1F-B22A66584C94}" type="presParOf" srcId="{82367794-C18D-460A-88B0-49EE504D3D06}" destId="{E77DDF2D-EF65-4603-BED9-E9359470B7B6}" srcOrd="18" destOrd="0" presId="urn:microsoft.com/office/officeart/2005/8/layout/default"/>
    <dgm:cxn modelId="{69E00E85-C974-4F61-B7A3-D7DCE643D1C5}" type="presParOf" srcId="{82367794-C18D-460A-88B0-49EE504D3D06}" destId="{A4B24AEE-7826-4FBF-A974-1B0C443242C7}" srcOrd="19" destOrd="0" presId="urn:microsoft.com/office/officeart/2005/8/layout/default"/>
    <dgm:cxn modelId="{7BCA8563-03AF-45E0-8A9D-55DC9D23592D}" type="presParOf" srcId="{82367794-C18D-460A-88B0-49EE504D3D06}" destId="{8E321A85-7C3B-4B47-B28C-5C65CA824C2D}" srcOrd="2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6E5A1BC-D88D-4E34-967F-9387ECEE9845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9ED0A4E-3093-4891-8A29-656761284BBF}">
      <dgm:prSet/>
      <dgm:spPr/>
      <dgm:t>
        <a:bodyPr/>
        <a:lstStyle/>
        <a:p>
          <a:r>
            <a:rPr lang="en-US" dirty="0"/>
            <a:t>IOs</a:t>
          </a:r>
        </a:p>
      </dgm:t>
    </dgm:pt>
    <dgm:pt modelId="{455F1500-F4C2-434A-B7CF-7B7C07E1FD92}" type="parTrans" cxnId="{CAB59351-E865-46AE-822C-191C68ED6E49}">
      <dgm:prSet/>
      <dgm:spPr/>
      <dgm:t>
        <a:bodyPr/>
        <a:lstStyle/>
        <a:p>
          <a:endParaRPr lang="en-US"/>
        </a:p>
      </dgm:t>
    </dgm:pt>
    <dgm:pt modelId="{C1ADB4D6-89FA-453C-BB18-2D18CFBFDED9}" type="sibTrans" cxnId="{CAB59351-E865-46AE-822C-191C68ED6E49}">
      <dgm:prSet/>
      <dgm:spPr/>
      <dgm:t>
        <a:bodyPr/>
        <a:lstStyle/>
        <a:p>
          <a:endParaRPr lang="en-US"/>
        </a:p>
      </dgm:t>
    </dgm:pt>
    <dgm:pt modelId="{62B14C03-A390-40CF-9B29-2A2BB1904ADC}">
      <dgm:prSet/>
      <dgm:spPr/>
      <dgm:t>
        <a:bodyPr/>
        <a:lstStyle/>
        <a:p>
          <a:r>
            <a:rPr lang="en-US" b="0" dirty="0"/>
            <a:t>When using SPI RAM</a:t>
          </a:r>
          <a:endParaRPr lang="en-US" dirty="0"/>
        </a:p>
      </dgm:t>
    </dgm:pt>
    <dgm:pt modelId="{50B2C43D-FB2D-4BBF-B6C3-C0A65E1FF2E5}" type="parTrans" cxnId="{EB72D0EC-5F53-4619-BE06-F962AD892A55}">
      <dgm:prSet/>
      <dgm:spPr/>
      <dgm:t>
        <a:bodyPr/>
        <a:lstStyle/>
        <a:p>
          <a:endParaRPr lang="en-US"/>
        </a:p>
      </dgm:t>
    </dgm:pt>
    <dgm:pt modelId="{68533A8B-F150-4092-9E39-0F058E3967C3}" type="sibTrans" cxnId="{EB72D0EC-5F53-4619-BE06-F962AD892A55}">
      <dgm:prSet/>
      <dgm:spPr/>
      <dgm:t>
        <a:bodyPr/>
        <a:lstStyle/>
        <a:p>
          <a:endParaRPr lang="en-US"/>
        </a:p>
      </dgm:t>
    </dgm:pt>
    <dgm:pt modelId="{0F20F6C9-33D1-4476-B866-755811B22FBD}">
      <dgm:prSet/>
      <dgm:spPr/>
      <dgm:t>
        <a:bodyPr/>
        <a:lstStyle/>
        <a:p>
          <a:r>
            <a:rPr lang="en-US" b="0" dirty="0"/>
            <a:t>DMA  </a:t>
          </a:r>
          <a:endParaRPr lang="en-US" dirty="0"/>
        </a:p>
      </dgm:t>
    </dgm:pt>
    <dgm:pt modelId="{DD77152D-1405-4942-9E14-F195574BAB8A}" type="parTrans" cxnId="{C7DB61E5-400A-462A-A6D6-D8606F495E5C}">
      <dgm:prSet/>
      <dgm:spPr/>
      <dgm:t>
        <a:bodyPr/>
        <a:lstStyle/>
        <a:p>
          <a:endParaRPr lang="en-US"/>
        </a:p>
      </dgm:t>
    </dgm:pt>
    <dgm:pt modelId="{EA62F9AB-E9A0-4F23-971F-ADCA089159A1}" type="sibTrans" cxnId="{C7DB61E5-400A-462A-A6D6-D8606F495E5C}">
      <dgm:prSet/>
      <dgm:spPr/>
      <dgm:t>
        <a:bodyPr/>
        <a:lstStyle/>
        <a:p>
          <a:endParaRPr lang="en-US"/>
        </a:p>
      </dgm:t>
    </dgm:pt>
    <dgm:pt modelId="{E172E933-5815-4AFD-A99F-F37CF955F140}">
      <dgm:prSet/>
      <dgm:spPr/>
      <dgm:t>
        <a:bodyPr/>
        <a:lstStyle/>
        <a:p>
          <a:r>
            <a:rPr lang="en-US" dirty="0"/>
            <a:t>You can expand the total malloc size to include the SRAM but the speed of SPI RAM allocated memory is much slower </a:t>
          </a:r>
          <a:r>
            <a:rPr lang="en-US" b="0" dirty="0"/>
            <a:t>(use: </a:t>
          </a:r>
          <a:r>
            <a:rPr lang="en-US" b="1" dirty="0" err="1"/>
            <a:t>heap_caps_malloc_extmem_enable</a:t>
          </a:r>
          <a:r>
            <a:rPr lang="en-US" b="1" dirty="0"/>
            <a:t>(1024 * 1024 * N);</a:t>
          </a:r>
          <a:r>
            <a:rPr lang="en-US" b="0" dirty="0"/>
            <a:t> N = number of MB needed)</a:t>
          </a:r>
        </a:p>
      </dgm:t>
    </dgm:pt>
    <dgm:pt modelId="{D170D228-DCF4-4452-A005-72D279700B1B}" type="parTrans" cxnId="{16F9F1F3-3035-4EA7-9A9C-0495556AE177}">
      <dgm:prSet/>
      <dgm:spPr/>
      <dgm:t>
        <a:bodyPr/>
        <a:lstStyle/>
        <a:p>
          <a:endParaRPr lang="en-US"/>
        </a:p>
      </dgm:t>
    </dgm:pt>
    <dgm:pt modelId="{587F08A3-8D53-4C48-8EDD-AF02D1C23562}" type="sibTrans" cxnId="{16F9F1F3-3035-4EA7-9A9C-0495556AE177}">
      <dgm:prSet/>
      <dgm:spPr/>
      <dgm:t>
        <a:bodyPr/>
        <a:lstStyle/>
        <a:p>
          <a:endParaRPr lang="en-US"/>
        </a:p>
      </dgm:t>
    </dgm:pt>
    <dgm:pt modelId="{B7F4107D-7D46-45E8-883E-787029D72080}">
      <dgm:prSet/>
      <dgm:spPr/>
      <dgm:t>
        <a:bodyPr/>
        <a:lstStyle/>
        <a:p>
          <a:r>
            <a:rPr lang="en-US" b="0" dirty="0"/>
            <a:t>Some IOs are used for sample @ reset, make sure to use them properly or your project might not work (info is specific to each member of the ESP32 family)</a:t>
          </a:r>
          <a:endParaRPr lang="en-US" dirty="0"/>
        </a:p>
      </dgm:t>
    </dgm:pt>
    <dgm:pt modelId="{491F8302-C590-473C-A8D8-BE6AAD61FE33}" type="parTrans" cxnId="{701C8B6E-B0F7-4851-8985-5A40684300E8}">
      <dgm:prSet/>
      <dgm:spPr/>
      <dgm:t>
        <a:bodyPr/>
        <a:lstStyle/>
        <a:p>
          <a:endParaRPr lang="en-US"/>
        </a:p>
      </dgm:t>
    </dgm:pt>
    <dgm:pt modelId="{14690D8A-A151-4A1E-A55E-95B2EB8DB4DB}" type="sibTrans" cxnId="{701C8B6E-B0F7-4851-8985-5A40684300E8}">
      <dgm:prSet/>
      <dgm:spPr/>
      <dgm:t>
        <a:bodyPr/>
        <a:lstStyle/>
        <a:p>
          <a:endParaRPr lang="en-US"/>
        </a:p>
      </dgm:t>
    </dgm:pt>
    <dgm:pt modelId="{AA682605-43CA-47C8-A664-C28B8F7C5B46}">
      <dgm:prSet/>
      <dgm:spPr/>
      <dgm:t>
        <a:bodyPr/>
        <a:lstStyle/>
        <a:p>
          <a:r>
            <a:rPr lang="en-US" baseline="0" dirty="0"/>
            <a:t>When </a:t>
          </a:r>
          <a:r>
            <a:rPr lang="en-US" baseline="0" dirty="0" err="1"/>
            <a:t>WiFi</a:t>
          </a:r>
          <a:r>
            <a:rPr lang="en-US" baseline="0" dirty="0"/>
            <a:t> is enabled analog inputs from channel 2 are not functional</a:t>
          </a:r>
          <a:endParaRPr lang="en-US" dirty="0"/>
        </a:p>
      </dgm:t>
    </dgm:pt>
    <dgm:pt modelId="{C400D713-2608-401D-A6F1-3476724FB85F}" type="parTrans" cxnId="{44CDA3EA-9C5C-4742-98ED-78A51CFE58F4}">
      <dgm:prSet/>
      <dgm:spPr/>
      <dgm:t>
        <a:bodyPr/>
        <a:lstStyle/>
        <a:p>
          <a:endParaRPr lang="en-US"/>
        </a:p>
      </dgm:t>
    </dgm:pt>
    <dgm:pt modelId="{F507A8E0-18B9-4B86-82C5-B7090BCE9D26}" type="sibTrans" cxnId="{44CDA3EA-9C5C-4742-98ED-78A51CFE58F4}">
      <dgm:prSet/>
      <dgm:spPr/>
      <dgm:t>
        <a:bodyPr/>
        <a:lstStyle/>
        <a:p>
          <a:endParaRPr lang="en-US"/>
        </a:p>
      </dgm:t>
    </dgm:pt>
    <dgm:pt modelId="{397BBE8A-D442-4E99-ADE1-E98EEABE40A7}">
      <dgm:prSet/>
      <dgm:spPr/>
      <dgm:t>
        <a:bodyPr/>
        <a:lstStyle/>
        <a:p>
          <a:r>
            <a:rPr lang="en-US" b="0" dirty="0"/>
            <a:t>S2\3 can perform DMA from SPI-RAM!</a:t>
          </a:r>
        </a:p>
      </dgm:t>
    </dgm:pt>
    <dgm:pt modelId="{5C5ED662-1891-4144-B1C2-C9758B8115C0}" type="parTrans" cxnId="{754B36CA-2CF3-4D45-9DFF-3767799FDB0C}">
      <dgm:prSet/>
      <dgm:spPr/>
      <dgm:t>
        <a:bodyPr/>
        <a:lstStyle/>
        <a:p>
          <a:endParaRPr lang="en-US"/>
        </a:p>
      </dgm:t>
    </dgm:pt>
    <dgm:pt modelId="{3EC7DEF1-360E-4748-874E-4195AB7DC2F6}" type="sibTrans" cxnId="{754B36CA-2CF3-4D45-9DFF-3767799FDB0C}">
      <dgm:prSet/>
      <dgm:spPr/>
      <dgm:t>
        <a:bodyPr/>
        <a:lstStyle/>
        <a:p>
          <a:endParaRPr lang="en-US"/>
        </a:p>
      </dgm:t>
    </dgm:pt>
    <dgm:pt modelId="{E20F39FD-9E3A-4A55-B8C9-8C08476B6E5C}">
      <dgm:prSet/>
      <dgm:spPr/>
      <dgm:t>
        <a:bodyPr/>
        <a:lstStyle/>
        <a:p>
          <a:r>
            <a:rPr lang="en-US" dirty="0"/>
            <a:t>ESP32 has DMA (direct memory access) engines, they are implemented differently on S2\3</a:t>
          </a:r>
        </a:p>
      </dgm:t>
    </dgm:pt>
    <dgm:pt modelId="{DE04314C-3E56-4EEB-9C81-0B7B20B94415}" type="parTrans" cxnId="{C9428098-D81D-4DF3-B576-DE754940CB5F}">
      <dgm:prSet/>
      <dgm:spPr/>
      <dgm:t>
        <a:bodyPr/>
        <a:lstStyle/>
        <a:p>
          <a:endParaRPr lang="en-US"/>
        </a:p>
      </dgm:t>
    </dgm:pt>
    <dgm:pt modelId="{830AC6F6-3ECE-4040-AAA6-682E1AD5D8B0}" type="sibTrans" cxnId="{C9428098-D81D-4DF3-B576-DE754940CB5F}">
      <dgm:prSet/>
      <dgm:spPr/>
      <dgm:t>
        <a:bodyPr/>
        <a:lstStyle/>
        <a:p>
          <a:endParaRPr lang="en-US"/>
        </a:p>
      </dgm:t>
    </dgm:pt>
    <dgm:pt modelId="{CB2DCBC3-CA7D-47A3-8C7E-59A060D5BB3B}">
      <dgm:prSet/>
      <dgm:spPr/>
      <dgm:t>
        <a:bodyPr/>
        <a:lstStyle/>
        <a:p>
          <a:r>
            <a:rPr lang="en-US" b="0" dirty="0"/>
            <a:t>Don’t buy official ESP32 modules, look at AliExpress  </a:t>
          </a:r>
          <a:endParaRPr lang="en-US" dirty="0"/>
        </a:p>
      </dgm:t>
    </dgm:pt>
    <dgm:pt modelId="{C6BC59E8-B0DF-47B2-99B4-2849C232F8A6}" type="parTrans" cxnId="{72439E09-A5B3-46BE-B2E9-47C902511F01}">
      <dgm:prSet/>
      <dgm:spPr/>
      <dgm:t>
        <a:bodyPr/>
        <a:lstStyle/>
        <a:p>
          <a:endParaRPr lang="en-US"/>
        </a:p>
      </dgm:t>
    </dgm:pt>
    <dgm:pt modelId="{E48FBE88-54F5-4249-BDDF-74BC67F13090}" type="sibTrans" cxnId="{72439E09-A5B3-46BE-B2E9-47C902511F01}">
      <dgm:prSet/>
      <dgm:spPr/>
      <dgm:t>
        <a:bodyPr/>
        <a:lstStyle/>
        <a:p>
          <a:endParaRPr lang="en-US"/>
        </a:p>
      </dgm:t>
    </dgm:pt>
    <dgm:pt modelId="{45F9B3E9-A51B-4E04-8775-38E535043915}">
      <dgm:prSet/>
      <dgm:spPr/>
      <dgm:t>
        <a:bodyPr/>
        <a:lstStyle/>
        <a:p>
          <a:r>
            <a:rPr lang="en-US" dirty="0"/>
            <a:t>M5 stack has very interesting modules</a:t>
          </a:r>
        </a:p>
      </dgm:t>
    </dgm:pt>
    <dgm:pt modelId="{A15A7E66-D155-4877-A829-B9D9C6DB2ABC}" type="parTrans" cxnId="{27FB2B01-5DB0-447F-9B20-60659A93C573}">
      <dgm:prSet/>
      <dgm:spPr/>
      <dgm:t>
        <a:bodyPr/>
        <a:lstStyle/>
        <a:p>
          <a:endParaRPr lang="en-US"/>
        </a:p>
      </dgm:t>
    </dgm:pt>
    <dgm:pt modelId="{91F54294-E109-4AAB-AAFF-4E9D08FB22C3}" type="sibTrans" cxnId="{27FB2B01-5DB0-447F-9B20-60659A93C573}">
      <dgm:prSet/>
      <dgm:spPr/>
      <dgm:t>
        <a:bodyPr/>
        <a:lstStyle/>
        <a:p>
          <a:endParaRPr lang="en-US"/>
        </a:p>
      </dgm:t>
    </dgm:pt>
    <dgm:pt modelId="{3A6FC013-7A26-4ABA-AC79-0B6F772C41D9}">
      <dgm:prSet/>
      <dgm:spPr/>
      <dgm:t>
        <a:bodyPr/>
        <a:lstStyle/>
        <a:p>
          <a:r>
            <a:rPr lang="en-US" dirty="0"/>
            <a:t>So as </a:t>
          </a:r>
          <a:r>
            <a:rPr lang="en-US" dirty="0" err="1"/>
            <a:t>Lilygo</a:t>
          </a:r>
          <a:endParaRPr lang="en-US" dirty="0"/>
        </a:p>
      </dgm:t>
    </dgm:pt>
    <dgm:pt modelId="{EFE9E584-CC74-4B5F-8B2B-5D5CF89DBAA7}" type="parTrans" cxnId="{C36A8242-76D4-40C4-95B1-5D70B9A81262}">
      <dgm:prSet/>
      <dgm:spPr/>
      <dgm:t>
        <a:bodyPr/>
        <a:lstStyle/>
        <a:p>
          <a:endParaRPr lang="en-US"/>
        </a:p>
      </dgm:t>
    </dgm:pt>
    <dgm:pt modelId="{978D40AE-9D55-4957-BF57-957BC855BC39}" type="sibTrans" cxnId="{C36A8242-76D4-40C4-95B1-5D70B9A81262}">
      <dgm:prSet/>
      <dgm:spPr/>
      <dgm:t>
        <a:bodyPr/>
        <a:lstStyle/>
        <a:p>
          <a:endParaRPr lang="en-US"/>
        </a:p>
      </dgm:t>
    </dgm:pt>
    <dgm:pt modelId="{8149B8E1-FC0E-4665-BEBA-3FF77FC91286}">
      <dgm:prSet/>
      <dgm:spPr/>
      <dgm:t>
        <a:bodyPr/>
        <a:lstStyle/>
        <a:p>
          <a:r>
            <a:rPr lang="en-US" b="0" dirty="0"/>
            <a:t>Visual studio can be used with Visual Micro plug-in (12$) for the best SDK experience out there! </a:t>
          </a:r>
          <a:endParaRPr lang="en-US" dirty="0"/>
        </a:p>
      </dgm:t>
    </dgm:pt>
    <dgm:pt modelId="{CDAA2DA0-B533-4D93-B84F-66B89E4F6E0E}" type="parTrans" cxnId="{E2427C92-5728-4985-B15A-0D0C3EBE14B1}">
      <dgm:prSet/>
      <dgm:spPr/>
      <dgm:t>
        <a:bodyPr/>
        <a:lstStyle/>
        <a:p>
          <a:endParaRPr lang="en-US"/>
        </a:p>
      </dgm:t>
    </dgm:pt>
    <dgm:pt modelId="{08E0747B-6A49-474F-86F8-10C377E541FF}" type="sibTrans" cxnId="{E2427C92-5728-4985-B15A-0D0C3EBE14B1}">
      <dgm:prSet/>
      <dgm:spPr/>
      <dgm:t>
        <a:bodyPr/>
        <a:lstStyle/>
        <a:p>
          <a:endParaRPr lang="en-US"/>
        </a:p>
      </dgm:t>
    </dgm:pt>
    <dgm:pt modelId="{88ADCE0B-5E79-4A7C-850E-152539B6BA3D}">
      <dgm:prSet/>
      <dgm:spPr/>
      <dgm:t>
        <a:bodyPr/>
        <a:lstStyle/>
        <a:p>
          <a:r>
            <a:rPr lang="en-US" dirty="0"/>
            <a:t>There are lots of off the shelf modules in the market </a:t>
          </a:r>
        </a:p>
      </dgm:t>
    </dgm:pt>
    <dgm:pt modelId="{F9F24352-6E0B-4983-9964-D89152455900}" type="parTrans" cxnId="{9C4BBA52-F3E0-46F9-A42B-717DC4AD4D95}">
      <dgm:prSet/>
      <dgm:spPr/>
      <dgm:t>
        <a:bodyPr/>
        <a:lstStyle/>
        <a:p>
          <a:endParaRPr lang="en-US"/>
        </a:p>
      </dgm:t>
    </dgm:pt>
    <dgm:pt modelId="{9A816CD3-580A-4DEE-934B-D2D25EE52EAC}" type="sibTrans" cxnId="{9C4BBA52-F3E0-46F9-A42B-717DC4AD4D95}">
      <dgm:prSet/>
      <dgm:spPr/>
      <dgm:t>
        <a:bodyPr/>
        <a:lstStyle/>
        <a:p>
          <a:endParaRPr lang="en-US"/>
        </a:p>
      </dgm:t>
    </dgm:pt>
    <dgm:pt modelId="{2B1A7AB1-452C-4F17-804F-51EF7643856A}" type="pres">
      <dgm:prSet presAssocID="{36E5A1BC-D88D-4E34-967F-9387ECEE9845}" presName="linear" presStyleCnt="0">
        <dgm:presLayoutVars>
          <dgm:dir/>
          <dgm:animLvl val="lvl"/>
          <dgm:resizeHandles val="exact"/>
        </dgm:presLayoutVars>
      </dgm:prSet>
      <dgm:spPr/>
    </dgm:pt>
    <dgm:pt modelId="{30054EC6-5400-4095-B6A2-EC7F578253BA}" type="pres">
      <dgm:prSet presAssocID="{A9ED0A4E-3093-4891-8A29-656761284BBF}" presName="parentLin" presStyleCnt="0"/>
      <dgm:spPr/>
    </dgm:pt>
    <dgm:pt modelId="{8247D276-D821-4C54-A2B2-7ECB18B5A064}" type="pres">
      <dgm:prSet presAssocID="{A9ED0A4E-3093-4891-8A29-656761284BBF}" presName="parentLeftMargin" presStyleLbl="node1" presStyleIdx="0" presStyleCnt="5"/>
      <dgm:spPr/>
    </dgm:pt>
    <dgm:pt modelId="{121A5784-CE72-4EB1-9D3A-2756AD1017DF}" type="pres">
      <dgm:prSet presAssocID="{A9ED0A4E-3093-4891-8A29-656761284BB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3661EB5-DBEF-4B2D-8443-CA2774619749}" type="pres">
      <dgm:prSet presAssocID="{A9ED0A4E-3093-4891-8A29-656761284BBF}" presName="negativeSpace" presStyleCnt="0"/>
      <dgm:spPr/>
    </dgm:pt>
    <dgm:pt modelId="{CFA7AF1E-C57A-4B3B-9CDB-34318E109D2E}" type="pres">
      <dgm:prSet presAssocID="{A9ED0A4E-3093-4891-8A29-656761284BBF}" presName="childText" presStyleLbl="conFgAcc1" presStyleIdx="0" presStyleCnt="5">
        <dgm:presLayoutVars>
          <dgm:bulletEnabled val="1"/>
        </dgm:presLayoutVars>
      </dgm:prSet>
      <dgm:spPr/>
    </dgm:pt>
    <dgm:pt modelId="{06B33FF7-54FC-407F-8667-0C1F6075FCD9}" type="pres">
      <dgm:prSet presAssocID="{C1ADB4D6-89FA-453C-BB18-2D18CFBFDED9}" presName="spaceBetweenRectangles" presStyleCnt="0"/>
      <dgm:spPr/>
    </dgm:pt>
    <dgm:pt modelId="{FD51B0B7-513E-4805-BE7E-BC49AEA6DFC7}" type="pres">
      <dgm:prSet presAssocID="{62B14C03-A390-40CF-9B29-2A2BB1904ADC}" presName="parentLin" presStyleCnt="0"/>
      <dgm:spPr/>
    </dgm:pt>
    <dgm:pt modelId="{0704A1F8-0CAC-4AFF-BE47-AB1FFC328263}" type="pres">
      <dgm:prSet presAssocID="{62B14C03-A390-40CF-9B29-2A2BB1904ADC}" presName="parentLeftMargin" presStyleLbl="node1" presStyleIdx="0" presStyleCnt="5"/>
      <dgm:spPr/>
    </dgm:pt>
    <dgm:pt modelId="{EF786FA7-3280-452B-A9D1-448A9918BEB6}" type="pres">
      <dgm:prSet presAssocID="{62B14C03-A390-40CF-9B29-2A2BB1904ADC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E4D6F08-6704-4050-89D8-A5DE53B74F49}" type="pres">
      <dgm:prSet presAssocID="{62B14C03-A390-40CF-9B29-2A2BB1904ADC}" presName="negativeSpace" presStyleCnt="0"/>
      <dgm:spPr/>
    </dgm:pt>
    <dgm:pt modelId="{4EA2B576-E667-4542-B811-D63371A2F187}" type="pres">
      <dgm:prSet presAssocID="{62B14C03-A390-40CF-9B29-2A2BB1904ADC}" presName="childText" presStyleLbl="conFgAcc1" presStyleIdx="1" presStyleCnt="5">
        <dgm:presLayoutVars>
          <dgm:bulletEnabled val="1"/>
        </dgm:presLayoutVars>
      </dgm:prSet>
      <dgm:spPr/>
    </dgm:pt>
    <dgm:pt modelId="{A4B27C8A-AE76-4DBA-B2CE-D9AB033D2E5D}" type="pres">
      <dgm:prSet presAssocID="{68533A8B-F150-4092-9E39-0F058E3967C3}" presName="spaceBetweenRectangles" presStyleCnt="0"/>
      <dgm:spPr/>
    </dgm:pt>
    <dgm:pt modelId="{541A48E5-C6C1-4335-A45A-6ABB2D2443F1}" type="pres">
      <dgm:prSet presAssocID="{0F20F6C9-33D1-4476-B866-755811B22FBD}" presName="parentLin" presStyleCnt="0"/>
      <dgm:spPr/>
    </dgm:pt>
    <dgm:pt modelId="{050077BD-50B1-4825-A31A-3A244EFB0B06}" type="pres">
      <dgm:prSet presAssocID="{0F20F6C9-33D1-4476-B866-755811B22FBD}" presName="parentLeftMargin" presStyleLbl="node1" presStyleIdx="1" presStyleCnt="5"/>
      <dgm:spPr/>
    </dgm:pt>
    <dgm:pt modelId="{4331E353-6C47-4A53-82BA-57A03C4139A0}" type="pres">
      <dgm:prSet presAssocID="{0F20F6C9-33D1-4476-B866-755811B22FB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B6564438-F3B6-46A8-99E2-D6CA2FED4881}" type="pres">
      <dgm:prSet presAssocID="{0F20F6C9-33D1-4476-B866-755811B22FBD}" presName="negativeSpace" presStyleCnt="0"/>
      <dgm:spPr/>
    </dgm:pt>
    <dgm:pt modelId="{F25827DB-2A0A-4C43-B8A9-C30A9FE82C38}" type="pres">
      <dgm:prSet presAssocID="{0F20F6C9-33D1-4476-B866-755811B22FBD}" presName="childText" presStyleLbl="conFgAcc1" presStyleIdx="2" presStyleCnt="5">
        <dgm:presLayoutVars>
          <dgm:bulletEnabled val="1"/>
        </dgm:presLayoutVars>
      </dgm:prSet>
      <dgm:spPr/>
    </dgm:pt>
    <dgm:pt modelId="{59F41F7E-08D3-4D11-A603-E18D0331F936}" type="pres">
      <dgm:prSet presAssocID="{EA62F9AB-E9A0-4F23-971F-ADCA089159A1}" presName="spaceBetweenRectangles" presStyleCnt="0"/>
      <dgm:spPr/>
    </dgm:pt>
    <dgm:pt modelId="{E5EE8F89-2B3D-4E8A-80FA-4E61D4CF2CC5}" type="pres">
      <dgm:prSet presAssocID="{CB2DCBC3-CA7D-47A3-8C7E-59A060D5BB3B}" presName="parentLin" presStyleCnt="0"/>
      <dgm:spPr/>
    </dgm:pt>
    <dgm:pt modelId="{9E1EC80D-FDA9-46B8-B39A-052C86D26797}" type="pres">
      <dgm:prSet presAssocID="{CB2DCBC3-CA7D-47A3-8C7E-59A060D5BB3B}" presName="parentLeftMargin" presStyleLbl="node1" presStyleIdx="2" presStyleCnt="5"/>
      <dgm:spPr/>
    </dgm:pt>
    <dgm:pt modelId="{8DE6CCE2-B89C-4320-A38C-7B1DB6D0EE50}" type="pres">
      <dgm:prSet presAssocID="{CB2DCBC3-CA7D-47A3-8C7E-59A060D5BB3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D9F1954-7E81-407C-A67A-543314D13ABE}" type="pres">
      <dgm:prSet presAssocID="{CB2DCBC3-CA7D-47A3-8C7E-59A060D5BB3B}" presName="negativeSpace" presStyleCnt="0"/>
      <dgm:spPr/>
    </dgm:pt>
    <dgm:pt modelId="{48A25C03-9AB9-4D49-A754-C8C00A3EFEFE}" type="pres">
      <dgm:prSet presAssocID="{CB2DCBC3-CA7D-47A3-8C7E-59A060D5BB3B}" presName="childText" presStyleLbl="conFgAcc1" presStyleIdx="3" presStyleCnt="5">
        <dgm:presLayoutVars>
          <dgm:bulletEnabled val="1"/>
        </dgm:presLayoutVars>
      </dgm:prSet>
      <dgm:spPr/>
    </dgm:pt>
    <dgm:pt modelId="{6FFEAD9A-9DDB-4468-8A41-D730C3394AD1}" type="pres">
      <dgm:prSet presAssocID="{E48FBE88-54F5-4249-BDDF-74BC67F13090}" presName="spaceBetweenRectangles" presStyleCnt="0"/>
      <dgm:spPr/>
    </dgm:pt>
    <dgm:pt modelId="{6E80E7DC-D33E-489F-A926-019B3C5F1E11}" type="pres">
      <dgm:prSet presAssocID="{8149B8E1-FC0E-4665-BEBA-3FF77FC91286}" presName="parentLin" presStyleCnt="0"/>
      <dgm:spPr/>
    </dgm:pt>
    <dgm:pt modelId="{9A6B569A-1D60-4713-B7B9-DC599AF0A3AE}" type="pres">
      <dgm:prSet presAssocID="{8149B8E1-FC0E-4665-BEBA-3FF77FC91286}" presName="parentLeftMargin" presStyleLbl="node1" presStyleIdx="3" presStyleCnt="5"/>
      <dgm:spPr/>
    </dgm:pt>
    <dgm:pt modelId="{A0084C92-1512-4A08-9A11-5619307C8466}" type="pres">
      <dgm:prSet presAssocID="{8149B8E1-FC0E-4665-BEBA-3FF77FC91286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B82957B8-0806-40DB-8BDA-85CEA7747B33}" type="pres">
      <dgm:prSet presAssocID="{8149B8E1-FC0E-4665-BEBA-3FF77FC91286}" presName="negativeSpace" presStyleCnt="0"/>
      <dgm:spPr/>
    </dgm:pt>
    <dgm:pt modelId="{25F51EE8-08ED-4802-ADBD-D758B8EF5D97}" type="pres">
      <dgm:prSet presAssocID="{8149B8E1-FC0E-4665-BEBA-3FF77FC91286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27FB2B01-5DB0-447F-9B20-60659A93C573}" srcId="{CB2DCBC3-CA7D-47A3-8C7E-59A060D5BB3B}" destId="{45F9B3E9-A51B-4E04-8775-38E535043915}" srcOrd="0" destOrd="0" parTransId="{A15A7E66-D155-4877-A829-B9D9C6DB2ABC}" sibTransId="{91F54294-E109-4AAB-AAFF-4E9D08FB22C3}"/>
    <dgm:cxn modelId="{72439E09-A5B3-46BE-B2E9-47C902511F01}" srcId="{36E5A1BC-D88D-4E34-967F-9387ECEE9845}" destId="{CB2DCBC3-CA7D-47A3-8C7E-59A060D5BB3B}" srcOrd="3" destOrd="0" parTransId="{C6BC59E8-B0DF-47B2-99B4-2849C232F8A6}" sibTransId="{E48FBE88-54F5-4249-BDDF-74BC67F13090}"/>
    <dgm:cxn modelId="{FA947C40-8866-4FA0-A5E0-2C6DE4C7CDB5}" type="presOf" srcId="{E20F39FD-9E3A-4A55-B8C9-8C08476B6E5C}" destId="{F25827DB-2A0A-4C43-B8A9-C30A9FE82C38}" srcOrd="0" destOrd="0" presId="urn:microsoft.com/office/officeart/2005/8/layout/list1"/>
    <dgm:cxn modelId="{34C3465C-A599-4EF4-8065-9322B3E65CD8}" type="presOf" srcId="{88ADCE0B-5E79-4A7C-850E-152539B6BA3D}" destId="{48A25C03-9AB9-4D49-A754-C8C00A3EFEFE}" srcOrd="0" destOrd="2" presId="urn:microsoft.com/office/officeart/2005/8/layout/list1"/>
    <dgm:cxn modelId="{C36A8242-76D4-40C4-95B1-5D70B9A81262}" srcId="{CB2DCBC3-CA7D-47A3-8C7E-59A060D5BB3B}" destId="{3A6FC013-7A26-4ABA-AC79-0B6F772C41D9}" srcOrd="1" destOrd="0" parTransId="{EFE9E584-CC74-4B5F-8B2B-5D5CF89DBAA7}" sibTransId="{978D40AE-9D55-4957-BF57-957BC855BC39}"/>
    <dgm:cxn modelId="{3CD5686B-D045-4243-B192-D5427420164F}" type="presOf" srcId="{A9ED0A4E-3093-4891-8A29-656761284BBF}" destId="{8247D276-D821-4C54-A2B2-7ECB18B5A064}" srcOrd="0" destOrd="0" presId="urn:microsoft.com/office/officeart/2005/8/layout/list1"/>
    <dgm:cxn modelId="{7B44BA6B-6D3F-46F6-BC23-36EB2BB7C38D}" type="presOf" srcId="{A9ED0A4E-3093-4891-8A29-656761284BBF}" destId="{121A5784-CE72-4EB1-9D3A-2756AD1017DF}" srcOrd="1" destOrd="0" presId="urn:microsoft.com/office/officeart/2005/8/layout/list1"/>
    <dgm:cxn modelId="{0CDF3B6C-C27A-4029-A174-FAEE353EA89D}" type="presOf" srcId="{3A6FC013-7A26-4ABA-AC79-0B6F772C41D9}" destId="{48A25C03-9AB9-4D49-A754-C8C00A3EFEFE}" srcOrd="0" destOrd="1" presId="urn:microsoft.com/office/officeart/2005/8/layout/list1"/>
    <dgm:cxn modelId="{701C8B6E-B0F7-4851-8985-5A40684300E8}" srcId="{A9ED0A4E-3093-4891-8A29-656761284BBF}" destId="{B7F4107D-7D46-45E8-883E-787029D72080}" srcOrd="0" destOrd="0" parTransId="{491F8302-C590-473C-A8D8-BE6AAD61FE33}" sibTransId="{14690D8A-A151-4A1E-A55E-95B2EB8DB4DB}"/>
    <dgm:cxn modelId="{497F2B70-2848-4984-9BD3-3CD1B9C7DF6E}" type="presOf" srcId="{62B14C03-A390-40CF-9B29-2A2BB1904ADC}" destId="{EF786FA7-3280-452B-A9D1-448A9918BEB6}" srcOrd="1" destOrd="0" presId="urn:microsoft.com/office/officeart/2005/8/layout/list1"/>
    <dgm:cxn modelId="{CAB59351-E865-46AE-822C-191C68ED6E49}" srcId="{36E5A1BC-D88D-4E34-967F-9387ECEE9845}" destId="{A9ED0A4E-3093-4891-8A29-656761284BBF}" srcOrd="0" destOrd="0" parTransId="{455F1500-F4C2-434A-B7CF-7B7C07E1FD92}" sibTransId="{C1ADB4D6-89FA-453C-BB18-2D18CFBFDED9}"/>
    <dgm:cxn modelId="{9C4BBA52-F3E0-46F9-A42B-717DC4AD4D95}" srcId="{CB2DCBC3-CA7D-47A3-8C7E-59A060D5BB3B}" destId="{88ADCE0B-5E79-4A7C-850E-152539B6BA3D}" srcOrd="2" destOrd="0" parTransId="{F9F24352-6E0B-4983-9964-D89152455900}" sibTransId="{9A816CD3-580A-4DEE-934B-D2D25EE52EAC}"/>
    <dgm:cxn modelId="{1A8E4C53-8DD6-4268-AB37-0063DD179B5A}" type="presOf" srcId="{AA682605-43CA-47C8-A664-C28B8F7C5B46}" destId="{CFA7AF1E-C57A-4B3B-9CDB-34318E109D2E}" srcOrd="0" destOrd="1" presId="urn:microsoft.com/office/officeart/2005/8/layout/list1"/>
    <dgm:cxn modelId="{487C957E-D44C-4E25-BB99-07635CAAFC5E}" type="presOf" srcId="{8149B8E1-FC0E-4665-BEBA-3FF77FC91286}" destId="{9A6B569A-1D60-4713-B7B9-DC599AF0A3AE}" srcOrd="0" destOrd="0" presId="urn:microsoft.com/office/officeart/2005/8/layout/list1"/>
    <dgm:cxn modelId="{F7A4727F-B819-4438-B54D-942BA0596E8D}" type="presOf" srcId="{62B14C03-A390-40CF-9B29-2A2BB1904ADC}" destId="{0704A1F8-0CAC-4AFF-BE47-AB1FFC328263}" srcOrd="0" destOrd="0" presId="urn:microsoft.com/office/officeart/2005/8/layout/list1"/>
    <dgm:cxn modelId="{E2427C92-5728-4985-B15A-0D0C3EBE14B1}" srcId="{36E5A1BC-D88D-4E34-967F-9387ECEE9845}" destId="{8149B8E1-FC0E-4665-BEBA-3FF77FC91286}" srcOrd="4" destOrd="0" parTransId="{CDAA2DA0-B533-4D93-B84F-66B89E4F6E0E}" sibTransId="{08E0747B-6A49-474F-86F8-10C377E541FF}"/>
    <dgm:cxn modelId="{A6190D98-711F-49EF-A203-10305B912646}" type="presOf" srcId="{0F20F6C9-33D1-4476-B866-755811B22FBD}" destId="{050077BD-50B1-4825-A31A-3A244EFB0B06}" srcOrd="0" destOrd="0" presId="urn:microsoft.com/office/officeart/2005/8/layout/list1"/>
    <dgm:cxn modelId="{C9428098-D81D-4DF3-B576-DE754940CB5F}" srcId="{0F20F6C9-33D1-4476-B866-755811B22FBD}" destId="{E20F39FD-9E3A-4A55-B8C9-8C08476B6E5C}" srcOrd="0" destOrd="0" parTransId="{DE04314C-3E56-4EEB-9C81-0B7B20B94415}" sibTransId="{830AC6F6-3ECE-4040-AAA6-682E1AD5D8B0}"/>
    <dgm:cxn modelId="{91F2E4AF-5EDD-4E63-915C-A293CD0B431C}" type="presOf" srcId="{CB2DCBC3-CA7D-47A3-8C7E-59A060D5BB3B}" destId="{8DE6CCE2-B89C-4320-A38C-7B1DB6D0EE50}" srcOrd="1" destOrd="0" presId="urn:microsoft.com/office/officeart/2005/8/layout/list1"/>
    <dgm:cxn modelId="{029C02B5-A1F1-4B55-A0DC-3D6E5CF3CDC9}" type="presOf" srcId="{CB2DCBC3-CA7D-47A3-8C7E-59A060D5BB3B}" destId="{9E1EC80D-FDA9-46B8-B39A-052C86D26797}" srcOrd="0" destOrd="0" presId="urn:microsoft.com/office/officeart/2005/8/layout/list1"/>
    <dgm:cxn modelId="{754B36CA-2CF3-4D45-9DFF-3767799FDB0C}" srcId="{62B14C03-A390-40CF-9B29-2A2BB1904ADC}" destId="{397BBE8A-D442-4E99-ADE1-E98EEABE40A7}" srcOrd="1" destOrd="0" parTransId="{5C5ED662-1891-4144-B1C2-C9758B8115C0}" sibTransId="{3EC7DEF1-360E-4748-874E-4195AB7DC2F6}"/>
    <dgm:cxn modelId="{6FFB70CA-E5C1-4896-A4FD-A375EA7DF845}" type="presOf" srcId="{397BBE8A-D442-4E99-ADE1-E98EEABE40A7}" destId="{4EA2B576-E667-4542-B811-D63371A2F187}" srcOrd="0" destOrd="1" presId="urn:microsoft.com/office/officeart/2005/8/layout/list1"/>
    <dgm:cxn modelId="{5FD23ACC-9E9C-495A-8018-F2A42AB70150}" type="presOf" srcId="{8149B8E1-FC0E-4665-BEBA-3FF77FC91286}" destId="{A0084C92-1512-4A08-9A11-5619307C8466}" srcOrd="1" destOrd="0" presId="urn:microsoft.com/office/officeart/2005/8/layout/list1"/>
    <dgm:cxn modelId="{E2860DDE-0A09-4DEB-BCFB-BD2BDBB7C59F}" type="presOf" srcId="{0F20F6C9-33D1-4476-B866-755811B22FBD}" destId="{4331E353-6C47-4A53-82BA-57A03C4139A0}" srcOrd="1" destOrd="0" presId="urn:microsoft.com/office/officeart/2005/8/layout/list1"/>
    <dgm:cxn modelId="{9A7DB0E0-317C-4CD9-A6FA-E42A5DD4E097}" type="presOf" srcId="{45F9B3E9-A51B-4E04-8775-38E535043915}" destId="{48A25C03-9AB9-4D49-A754-C8C00A3EFEFE}" srcOrd="0" destOrd="0" presId="urn:microsoft.com/office/officeart/2005/8/layout/list1"/>
    <dgm:cxn modelId="{C7DB61E5-400A-462A-A6D6-D8606F495E5C}" srcId="{36E5A1BC-D88D-4E34-967F-9387ECEE9845}" destId="{0F20F6C9-33D1-4476-B866-755811B22FBD}" srcOrd="2" destOrd="0" parTransId="{DD77152D-1405-4942-9E14-F195574BAB8A}" sibTransId="{EA62F9AB-E9A0-4F23-971F-ADCA089159A1}"/>
    <dgm:cxn modelId="{C0EC29E6-F2F6-4BDA-8980-8E5045CABF14}" type="presOf" srcId="{E172E933-5815-4AFD-A99F-F37CF955F140}" destId="{4EA2B576-E667-4542-B811-D63371A2F187}" srcOrd="0" destOrd="0" presId="urn:microsoft.com/office/officeart/2005/8/layout/list1"/>
    <dgm:cxn modelId="{44CDA3EA-9C5C-4742-98ED-78A51CFE58F4}" srcId="{A9ED0A4E-3093-4891-8A29-656761284BBF}" destId="{AA682605-43CA-47C8-A664-C28B8F7C5B46}" srcOrd="1" destOrd="0" parTransId="{C400D713-2608-401D-A6F1-3476724FB85F}" sibTransId="{F507A8E0-18B9-4B86-82C5-B7090BCE9D26}"/>
    <dgm:cxn modelId="{EB72D0EC-5F53-4619-BE06-F962AD892A55}" srcId="{36E5A1BC-D88D-4E34-967F-9387ECEE9845}" destId="{62B14C03-A390-40CF-9B29-2A2BB1904ADC}" srcOrd="1" destOrd="0" parTransId="{50B2C43D-FB2D-4BBF-B6C3-C0A65E1FF2E5}" sibTransId="{68533A8B-F150-4092-9E39-0F058E3967C3}"/>
    <dgm:cxn modelId="{A60CD9EF-8752-490C-B20E-EA76046CE05E}" type="presOf" srcId="{B7F4107D-7D46-45E8-883E-787029D72080}" destId="{CFA7AF1E-C57A-4B3B-9CDB-34318E109D2E}" srcOrd="0" destOrd="0" presId="urn:microsoft.com/office/officeart/2005/8/layout/list1"/>
    <dgm:cxn modelId="{633EDEF3-72D6-4395-B73C-F1C8B9E1B8FF}" type="presOf" srcId="{36E5A1BC-D88D-4E34-967F-9387ECEE9845}" destId="{2B1A7AB1-452C-4F17-804F-51EF7643856A}" srcOrd="0" destOrd="0" presId="urn:microsoft.com/office/officeart/2005/8/layout/list1"/>
    <dgm:cxn modelId="{16F9F1F3-3035-4EA7-9A9C-0495556AE177}" srcId="{62B14C03-A390-40CF-9B29-2A2BB1904ADC}" destId="{E172E933-5815-4AFD-A99F-F37CF955F140}" srcOrd="0" destOrd="0" parTransId="{D170D228-DCF4-4452-A005-72D279700B1B}" sibTransId="{587F08A3-8D53-4C48-8EDD-AF02D1C23562}"/>
    <dgm:cxn modelId="{979DAD36-8081-435E-97EE-6632B16EDBAE}" type="presParOf" srcId="{2B1A7AB1-452C-4F17-804F-51EF7643856A}" destId="{30054EC6-5400-4095-B6A2-EC7F578253BA}" srcOrd="0" destOrd="0" presId="urn:microsoft.com/office/officeart/2005/8/layout/list1"/>
    <dgm:cxn modelId="{4A4700D4-A432-4E2A-B17D-B9652645C5E9}" type="presParOf" srcId="{30054EC6-5400-4095-B6A2-EC7F578253BA}" destId="{8247D276-D821-4C54-A2B2-7ECB18B5A064}" srcOrd="0" destOrd="0" presId="urn:microsoft.com/office/officeart/2005/8/layout/list1"/>
    <dgm:cxn modelId="{342777AA-0A50-4DBE-ACEF-F478AAEB1E18}" type="presParOf" srcId="{30054EC6-5400-4095-B6A2-EC7F578253BA}" destId="{121A5784-CE72-4EB1-9D3A-2756AD1017DF}" srcOrd="1" destOrd="0" presId="urn:microsoft.com/office/officeart/2005/8/layout/list1"/>
    <dgm:cxn modelId="{45304AC7-5E28-4983-8D49-5723A0E8C620}" type="presParOf" srcId="{2B1A7AB1-452C-4F17-804F-51EF7643856A}" destId="{53661EB5-DBEF-4B2D-8443-CA2774619749}" srcOrd="1" destOrd="0" presId="urn:microsoft.com/office/officeart/2005/8/layout/list1"/>
    <dgm:cxn modelId="{799F7D05-7384-42E3-BAB5-0C63DC0121A7}" type="presParOf" srcId="{2B1A7AB1-452C-4F17-804F-51EF7643856A}" destId="{CFA7AF1E-C57A-4B3B-9CDB-34318E109D2E}" srcOrd="2" destOrd="0" presId="urn:microsoft.com/office/officeart/2005/8/layout/list1"/>
    <dgm:cxn modelId="{1865697E-658A-4397-BF71-44BD76A8778E}" type="presParOf" srcId="{2B1A7AB1-452C-4F17-804F-51EF7643856A}" destId="{06B33FF7-54FC-407F-8667-0C1F6075FCD9}" srcOrd="3" destOrd="0" presId="urn:microsoft.com/office/officeart/2005/8/layout/list1"/>
    <dgm:cxn modelId="{54A9CC1F-ED7C-41CC-85DC-30231B7A82C9}" type="presParOf" srcId="{2B1A7AB1-452C-4F17-804F-51EF7643856A}" destId="{FD51B0B7-513E-4805-BE7E-BC49AEA6DFC7}" srcOrd="4" destOrd="0" presId="urn:microsoft.com/office/officeart/2005/8/layout/list1"/>
    <dgm:cxn modelId="{AF7C6925-8FF8-4840-A339-D7770F59B214}" type="presParOf" srcId="{FD51B0B7-513E-4805-BE7E-BC49AEA6DFC7}" destId="{0704A1F8-0CAC-4AFF-BE47-AB1FFC328263}" srcOrd="0" destOrd="0" presId="urn:microsoft.com/office/officeart/2005/8/layout/list1"/>
    <dgm:cxn modelId="{84D0C6D9-E0B2-405F-AE56-3B1F8DE9DB2B}" type="presParOf" srcId="{FD51B0B7-513E-4805-BE7E-BC49AEA6DFC7}" destId="{EF786FA7-3280-452B-A9D1-448A9918BEB6}" srcOrd="1" destOrd="0" presId="urn:microsoft.com/office/officeart/2005/8/layout/list1"/>
    <dgm:cxn modelId="{482AC16B-5286-4ABF-91F2-461F3B9D417E}" type="presParOf" srcId="{2B1A7AB1-452C-4F17-804F-51EF7643856A}" destId="{6E4D6F08-6704-4050-89D8-A5DE53B74F49}" srcOrd="5" destOrd="0" presId="urn:microsoft.com/office/officeart/2005/8/layout/list1"/>
    <dgm:cxn modelId="{5FD6D82B-5FE9-4178-A2A1-0DB7A33D4542}" type="presParOf" srcId="{2B1A7AB1-452C-4F17-804F-51EF7643856A}" destId="{4EA2B576-E667-4542-B811-D63371A2F187}" srcOrd="6" destOrd="0" presId="urn:microsoft.com/office/officeart/2005/8/layout/list1"/>
    <dgm:cxn modelId="{D066294E-DC63-426C-A371-2840E51802DA}" type="presParOf" srcId="{2B1A7AB1-452C-4F17-804F-51EF7643856A}" destId="{A4B27C8A-AE76-4DBA-B2CE-D9AB033D2E5D}" srcOrd="7" destOrd="0" presId="urn:microsoft.com/office/officeart/2005/8/layout/list1"/>
    <dgm:cxn modelId="{52B03166-92A4-40D3-BE25-08973FD288D8}" type="presParOf" srcId="{2B1A7AB1-452C-4F17-804F-51EF7643856A}" destId="{541A48E5-C6C1-4335-A45A-6ABB2D2443F1}" srcOrd="8" destOrd="0" presId="urn:microsoft.com/office/officeart/2005/8/layout/list1"/>
    <dgm:cxn modelId="{A6AB2FEE-A9F0-43DC-A54A-BA4C086CA960}" type="presParOf" srcId="{541A48E5-C6C1-4335-A45A-6ABB2D2443F1}" destId="{050077BD-50B1-4825-A31A-3A244EFB0B06}" srcOrd="0" destOrd="0" presId="urn:microsoft.com/office/officeart/2005/8/layout/list1"/>
    <dgm:cxn modelId="{2CFE3C37-5470-402D-AA2B-D52FDC70E69C}" type="presParOf" srcId="{541A48E5-C6C1-4335-A45A-6ABB2D2443F1}" destId="{4331E353-6C47-4A53-82BA-57A03C4139A0}" srcOrd="1" destOrd="0" presId="urn:microsoft.com/office/officeart/2005/8/layout/list1"/>
    <dgm:cxn modelId="{23255A45-585B-4A5D-9923-DDC7B505F7E0}" type="presParOf" srcId="{2B1A7AB1-452C-4F17-804F-51EF7643856A}" destId="{B6564438-F3B6-46A8-99E2-D6CA2FED4881}" srcOrd="9" destOrd="0" presId="urn:microsoft.com/office/officeart/2005/8/layout/list1"/>
    <dgm:cxn modelId="{62B07846-F5D5-43B7-9ABA-EE105445F6B2}" type="presParOf" srcId="{2B1A7AB1-452C-4F17-804F-51EF7643856A}" destId="{F25827DB-2A0A-4C43-B8A9-C30A9FE82C38}" srcOrd="10" destOrd="0" presId="urn:microsoft.com/office/officeart/2005/8/layout/list1"/>
    <dgm:cxn modelId="{2D10B4E6-EED3-477E-86A3-6FCCB84591A9}" type="presParOf" srcId="{2B1A7AB1-452C-4F17-804F-51EF7643856A}" destId="{59F41F7E-08D3-4D11-A603-E18D0331F936}" srcOrd="11" destOrd="0" presId="urn:microsoft.com/office/officeart/2005/8/layout/list1"/>
    <dgm:cxn modelId="{7EF012F2-7B72-4917-97F8-2DCBA5FAC0A9}" type="presParOf" srcId="{2B1A7AB1-452C-4F17-804F-51EF7643856A}" destId="{E5EE8F89-2B3D-4E8A-80FA-4E61D4CF2CC5}" srcOrd="12" destOrd="0" presId="urn:microsoft.com/office/officeart/2005/8/layout/list1"/>
    <dgm:cxn modelId="{B0DB689C-ADF5-4539-9913-4A4B2C6971F1}" type="presParOf" srcId="{E5EE8F89-2B3D-4E8A-80FA-4E61D4CF2CC5}" destId="{9E1EC80D-FDA9-46B8-B39A-052C86D26797}" srcOrd="0" destOrd="0" presId="urn:microsoft.com/office/officeart/2005/8/layout/list1"/>
    <dgm:cxn modelId="{5F6C30AE-5210-4279-95AE-D8F975BCD3D9}" type="presParOf" srcId="{E5EE8F89-2B3D-4E8A-80FA-4E61D4CF2CC5}" destId="{8DE6CCE2-B89C-4320-A38C-7B1DB6D0EE50}" srcOrd="1" destOrd="0" presId="urn:microsoft.com/office/officeart/2005/8/layout/list1"/>
    <dgm:cxn modelId="{35360333-3444-4FE6-8F84-065DFE0C8F3D}" type="presParOf" srcId="{2B1A7AB1-452C-4F17-804F-51EF7643856A}" destId="{CD9F1954-7E81-407C-A67A-543314D13ABE}" srcOrd="13" destOrd="0" presId="urn:microsoft.com/office/officeart/2005/8/layout/list1"/>
    <dgm:cxn modelId="{5FA27C2E-740D-45E6-A0BA-7B370E2B5D82}" type="presParOf" srcId="{2B1A7AB1-452C-4F17-804F-51EF7643856A}" destId="{48A25C03-9AB9-4D49-A754-C8C00A3EFEFE}" srcOrd="14" destOrd="0" presId="urn:microsoft.com/office/officeart/2005/8/layout/list1"/>
    <dgm:cxn modelId="{EB4502A1-C432-43C0-99A8-EDB4818C3D54}" type="presParOf" srcId="{2B1A7AB1-452C-4F17-804F-51EF7643856A}" destId="{6FFEAD9A-9DDB-4468-8A41-D730C3394AD1}" srcOrd="15" destOrd="0" presId="urn:microsoft.com/office/officeart/2005/8/layout/list1"/>
    <dgm:cxn modelId="{E457B40F-03A8-458A-807B-6D02861BFB3A}" type="presParOf" srcId="{2B1A7AB1-452C-4F17-804F-51EF7643856A}" destId="{6E80E7DC-D33E-489F-A926-019B3C5F1E11}" srcOrd="16" destOrd="0" presId="urn:microsoft.com/office/officeart/2005/8/layout/list1"/>
    <dgm:cxn modelId="{B5BA1606-6590-4273-AC22-070A29BAF5BD}" type="presParOf" srcId="{6E80E7DC-D33E-489F-A926-019B3C5F1E11}" destId="{9A6B569A-1D60-4713-B7B9-DC599AF0A3AE}" srcOrd="0" destOrd="0" presId="urn:microsoft.com/office/officeart/2005/8/layout/list1"/>
    <dgm:cxn modelId="{DDC3A987-19EB-429A-8384-74488D2089AC}" type="presParOf" srcId="{6E80E7DC-D33E-489F-A926-019B3C5F1E11}" destId="{A0084C92-1512-4A08-9A11-5619307C8466}" srcOrd="1" destOrd="0" presId="urn:microsoft.com/office/officeart/2005/8/layout/list1"/>
    <dgm:cxn modelId="{1C6A61A3-54D8-4A6B-9730-012BEF4AB208}" type="presParOf" srcId="{2B1A7AB1-452C-4F17-804F-51EF7643856A}" destId="{B82957B8-0806-40DB-8BDA-85CEA7747B33}" srcOrd="17" destOrd="0" presId="urn:microsoft.com/office/officeart/2005/8/layout/list1"/>
    <dgm:cxn modelId="{EE0CE770-DF97-4541-B295-6D2936CAC224}" type="presParOf" srcId="{2B1A7AB1-452C-4F17-804F-51EF7643856A}" destId="{25F51EE8-08ED-4802-ADBD-D758B8EF5D97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A366CF-D16C-460F-BA12-FE969B31F859}">
      <dsp:nvSpPr>
        <dsp:cNvPr id="0" name=""/>
        <dsp:cNvSpPr/>
      </dsp:nvSpPr>
      <dsp:spPr>
        <a:xfrm>
          <a:off x="0" y="418"/>
          <a:ext cx="82280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E59721-66E7-4A50-BE6F-E39EA1C7EFFC}">
      <dsp:nvSpPr>
        <dsp:cNvPr id="0" name=""/>
        <dsp:cNvSpPr/>
      </dsp:nvSpPr>
      <dsp:spPr>
        <a:xfrm>
          <a:off x="0" y="418"/>
          <a:ext cx="8228012" cy="380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What is the ESP32 (main features)</a:t>
          </a:r>
        </a:p>
      </dsp:txBody>
      <dsp:txXfrm>
        <a:off x="0" y="418"/>
        <a:ext cx="8228012" cy="380554"/>
      </dsp:txXfrm>
    </dsp:sp>
    <dsp:sp modelId="{2CED1482-B512-4276-8D78-6EC38D6B3829}">
      <dsp:nvSpPr>
        <dsp:cNvPr id="0" name=""/>
        <dsp:cNvSpPr/>
      </dsp:nvSpPr>
      <dsp:spPr>
        <a:xfrm>
          <a:off x="0" y="380972"/>
          <a:ext cx="82280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8911A5-0E85-4E21-95D3-3141F1019C6A}">
      <dsp:nvSpPr>
        <dsp:cNvPr id="0" name=""/>
        <dsp:cNvSpPr/>
      </dsp:nvSpPr>
      <dsp:spPr>
        <a:xfrm>
          <a:off x="0" y="380972"/>
          <a:ext cx="8228012" cy="380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ESP32 family of devices</a:t>
          </a:r>
        </a:p>
      </dsp:txBody>
      <dsp:txXfrm>
        <a:off x="0" y="380972"/>
        <a:ext cx="8228012" cy="380554"/>
      </dsp:txXfrm>
    </dsp:sp>
    <dsp:sp modelId="{E66AB7D4-8C96-40CA-9D99-634A35DD9312}">
      <dsp:nvSpPr>
        <dsp:cNvPr id="0" name=""/>
        <dsp:cNvSpPr/>
      </dsp:nvSpPr>
      <dsp:spPr>
        <a:xfrm>
          <a:off x="0" y="761526"/>
          <a:ext cx="82280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EF66CF-9F17-47B4-9C2C-B16227CA2C87}">
      <dsp:nvSpPr>
        <dsp:cNvPr id="0" name=""/>
        <dsp:cNvSpPr/>
      </dsp:nvSpPr>
      <dsp:spPr>
        <a:xfrm>
          <a:off x="0" y="761526"/>
          <a:ext cx="8228012" cy="380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Cool projects</a:t>
          </a:r>
        </a:p>
      </dsp:txBody>
      <dsp:txXfrm>
        <a:off x="0" y="761526"/>
        <a:ext cx="8228012" cy="380554"/>
      </dsp:txXfrm>
    </dsp:sp>
    <dsp:sp modelId="{5257164F-0910-4D74-B021-5810C7069162}">
      <dsp:nvSpPr>
        <dsp:cNvPr id="0" name=""/>
        <dsp:cNvSpPr/>
      </dsp:nvSpPr>
      <dsp:spPr>
        <a:xfrm>
          <a:off x="0" y="1142081"/>
          <a:ext cx="82280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8FB55F-C8EF-4347-BC61-6C1DC1E55E5A}">
      <dsp:nvSpPr>
        <dsp:cNvPr id="0" name=""/>
        <dsp:cNvSpPr/>
      </dsp:nvSpPr>
      <dsp:spPr>
        <a:xfrm>
          <a:off x="0" y="1142081"/>
          <a:ext cx="8228012" cy="380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Device driver</a:t>
          </a:r>
        </a:p>
      </dsp:txBody>
      <dsp:txXfrm>
        <a:off x="0" y="1142081"/>
        <a:ext cx="8228012" cy="380554"/>
      </dsp:txXfrm>
    </dsp:sp>
    <dsp:sp modelId="{7374E5BC-F6F0-4E2B-A306-E162433F7A9C}">
      <dsp:nvSpPr>
        <dsp:cNvPr id="0" name=""/>
        <dsp:cNvSpPr/>
      </dsp:nvSpPr>
      <dsp:spPr>
        <a:xfrm>
          <a:off x="0" y="1522635"/>
          <a:ext cx="82280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844567-0D24-427E-9835-F08F2B2CF459}">
      <dsp:nvSpPr>
        <dsp:cNvPr id="0" name=""/>
        <dsp:cNvSpPr/>
      </dsp:nvSpPr>
      <dsp:spPr>
        <a:xfrm>
          <a:off x="0" y="1522635"/>
          <a:ext cx="8228012" cy="380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Communication protocols</a:t>
          </a:r>
        </a:p>
      </dsp:txBody>
      <dsp:txXfrm>
        <a:off x="0" y="1522635"/>
        <a:ext cx="8228012" cy="380554"/>
      </dsp:txXfrm>
    </dsp:sp>
    <dsp:sp modelId="{E9B12C47-1129-49DC-B817-95BD381E92EE}">
      <dsp:nvSpPr>
        <dsp:cNvPr id="0" name=""/>
        <dsp:cNvSpPr/>
      </dsp:nvSpPr>
      <dsp:spPr>
        <a:xfrm>
          <a:off x="0" y="1903189"/>
          <a:ext cx="82280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991380-D410-4018-9156-107357531E53}">
      <dsp:nvSpPr>
        <dsp:cNvPr id="0" name=""/>
        <dsp:cNvSpPr/>
      </dsp:nvSpPr>
      <dsp:spPr>
        <a:xfrm>
          <a:off x="0" y="1903189"/>
          <a:ext cx="8228012" cy="380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Advanced topics (Dual CPU – Multi Tasks, Queues)</a:t>
          </a:r>
        </a:p>
      </dsp:txBody>
      <dsp:txXfrm>
        <a:off x="0" y="1903189"/>
        <a:ext cx="8228012" cy="380554"/>
      </dsp:txXfrm>
    </dsp:sp>
    <dsp:sp modelId="{AE5F06DC-A37A-4CF8-82D2-73DB5C3186D2}">
      <dsp:nvSpPr>
        <dsp:cNvPr id="0" name=""/>
        <dsp:cNvSpPr/>
      </dsp:nvSpPr>
      <dsp:spPr>
        <a:xfrm>
          <a:off x="0" y="2283743"/>
          <a:ext cx="82280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798A75-6E59-4761-9E30-C8211A90973F}">
      <dsp:nvSpPr>
        <dsp:cNvPr id="0" name=""/>
        <dsp:cNvSpPr/>
      </dsp:nvSpPr>
      <dsp:spPr>
        <a:xfrm>
          <a:off x="0" y="2283743"/>
          <a:ext cx="8228012" cy="380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EEPROM and file system</a:t>
          </a:r>
        </a:p>
      </dsp:txBody>
      <dsp:txXfrm>
        <a:off x="0" y="2283743"/>
        <a:ext cx="8228012" cy="380554"/>
      </dsp:txXfrm>
    </dsp:sp>
    <dsp:sp modelId="{BC0B6162-8070-4985-9A71-1AD53125FB39}">
      <dsp:nvSpPr>
        <dsp:cNvPr id="0" name=""/>
        <dsp:cNvSpPr/>
      </dsp:nvSpPr>
      <dsp:spPr>
        <a:xfrm>
          <a:off x="0" y="2664298"/>
          <a:ext cx="82280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CEB7B2-7F80-46A9-BB19-531834A1F249}">
      <dsp:nvSpPr>
        <dsp:cNvPr id="0" name=""/>
        <dsp:cNvSpPr/>
      </dsp:nvSpPr>
      <dsp:spPr>
        <a:xfrm>
          <a:off x="0" y="2664298"/>
          <a:ext cx="8228012" cy="380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OTA (Over The Air update)</a:t>
          </a:r>
        </a:p>
      </dsp:txBody>
      <dsp:txXfrm>
        <a:off x="0" y="2664298"/>
        <a:ext cx="8228012" cy="380554"/>
      </dsp:txXfrm>
    </dsp:sp>
    <dsp:sp modelId="{E6C0C340-22F1-4539-8041-8469E7FAF50F}">
      <dsp:nvSpPr>
        <dsp:cNvPr id="0" name=""/>
        <dsp:cNvSpPr/>
      </dsp:nvSpPr>
      <dsp:spPr>
        <a:xfrm>
          <a:off x="0" y="3044852"/>
          <a:ext cx="82280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3FBE7D-5005-49B0-8713-19CEDBD9DF28}">
      <dsp:nvSpPr>
        <dsp:cNvPr id="0" name=""/>
        <dsp:cNvSpPr/>
      </dsp:nvSpPr>
      <dsp:spPr>
        <a:xfrm>
          <a:off x="0" y="3044852"/>
          <a:ext cx="8228012" cy="380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Useful information</a:t>
          </a:r>
        </a:p>
      </dsp:txBody>
      <dsp:txXfrm>
        <a:off x="0" y="3044852"/>
        <a:ext cx="8228012" cy="3805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A7AF1E-C57A-4B3B-9CDB-34318E109D2E}">
      <dsp:nvSpPr>
        <dsp:cNvPr id="0" name=""/>
        <dsp:cNvSpPr/>
      </dsp:nvSpPr>
      <dsp:spPr>
        <a:xfrm>
          <a:off x="0" y="238442"/>
          <a:ext cx="8228012" cy="699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585" tIns="249936" rIns="638585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kern="1200" dirty="0"/>
            <a:t>IOs (Digital and Analog)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UART, SPI, I2C</a:t>
          </a:r>
        </a:p>
      </dsp:txBody>
      <dsp:txXfrm>
        <a:off x="0" y="238442"/>
        <a:ext cx="8228012" cy="699300"/>
      </dsp:txXfrm>
    </dsp:sp>
    <dsp:sp modelId="{121A5784-CE72-4EB1-9D3A-2756AD1017DF}">
      <dsp:nvSpPr>
        <dsp:cNvPr id="0" name=""/>
        <dsp:cNvSpPr/>
      </dsp:nvSpPr>
      <dsp:spPr>
        <a:xfrm>
          <a:off x="411400" y="61322"/>
          <a:ext cx="5759608" cy="3542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7699" tIns="0" rIns="217699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/>
            <a:t>Legacy</a:t>
          </a:r>
          <a:endParaRPr lang="en-US" sz="1200" kern="1200" dirty="0"/>
        </a:p>
      </dsp:txBody>
      <dsp:txXfrm>
        <a:off x="428693" y="78615"/>
        <a:ext cx="5725022" cy="319654"/>
      </dsp:txXfrm>
    </dsp:sp>
    <dsp:sp modelId="{13FF2CB2-1F48-4689-A4B8-9EE4C980D470}">
      <dsp:nvSpPr>
        <dsp:cNvPr id="0" name=""/>
        <dsp:cNvSpPr/>
      </dsp:nvSpPr>
      <dsp:spPr>
        <a:xfrm>
          <a:off x="0" y="1179662"/>
          <a:ext cx="8228012" cy="1096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585" tIns="249936" rIns="638585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baseline="0"/>
            <a:t>Using Web Server (Access via Phone, Tablet and any devices with a web browser) 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baseline="0"/>
            <a:t>ESPnow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baseline="0"/>
            <a:t>Over cloud services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baseline="0"/>
            <a:t>MQTT</a:t>
          </a:r>
          <a:endParaRPr lang="en-US" sz="1200" kern="1200"/>
        </a:p>
      </dsp:txBody>
      <dsp:txXfrm>
        <a:off x="0" y="1179662"/>
        <a:ext cx="8228012" cy="1096200"/>
      </dsp:txXfrm>
    </dsp:sp>
    <dsp:sp modelId="{1A6A3A3E-229B-45DC-A347-3E0A6737BD20}">
      <dsp:nvSpPr>
        <dsp:cNvPr id="0" name=""/>
        <dsp:cNvSpPr/>
      </dsp:nvSpPr>
      <dsp:spPr>
        <a:xfrm>
          <a:off x="411400" y="1002542"/>
          <a:ext cx="5759608" cy="3542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7699" tIns="0" rIns="217699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/>
            <a:t>WiFi</a:t>
          </a:r>
          <a:endParaRPr lang="en-US" sz="1200" kern="1200"/>
        </a:p>
      </dsp:txBody>
      <dsp:txXfrm>
        <a:off x="428693" y="1019835"/>
        <a:ext cx="5725022" cy="319654"/>
      </dsp:txXfrm>
    </dsp:sp>
    <dsp:sp modelId="{4EA2B576-E667-4542-B811-D63371A2F187}">
      <dsp:nvSpPr>
        <dsp:cNvPr id="0" name=""/>
        <dsp:cNvSpPr/>
      </dsp:nvSpPr>
      <dsp:spPr>
        <a:xfrm>
          <a:off x="0" y="2517782"/>
          <a:ext cx="8228012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786FA7-3280-452B-A9D1-448A9918BEB6}">
      <dsp:nvSpPr>
        <dsp:cNvPr id="0" name=""/>
        <dsp:cNvSpPr/>
      </dsp:nvSpPr>
      <dsp:spPr>
        <a:xfrm>
          <a:off x="411400" y="2340662"/>
          <a:ext cx="5759608" cy="3542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7699" tIns="0" rIns="217699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/>
            <a:t>Bluetooth</a:t>
          </a:r>
          <a:endParaRPr lang="en-US" sz="1200" kern="1200"/>
        </a:p>
      </dsp:txBody>
      <dsp:txXfrm>
        <a:off x="428693" y="2357955"/>
        <a:ext cx="5725022" cy="319654"/>
      </dsp:txXfrm>
    </dsp:sp>
    <dsp:sp modelId="{F25827DB-2A0A-4C43-B8A9-C30A9FE82C38}">
      <dsp:nvSpPr>
        <dsp:cNvPr id="0" name=""/>
        <dsp:cNvSpPr/>
      </dsp:nvSpPr>
      <dsp:spPr>
        <a:xfrm>
          <a:off x="0" y="3062102"/>
          <a:ext cx="8228012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31E353-6C47-4A53-82BA-57A03C4139A0}">
      <dsp:nvSpPr>
        <dsp:cNvPr id="0" name=""/>
        <dsp:cNvSpPr/>
      </dsp:nvSpPr>
      <dsp:spPr>
        <a:xfrm>
          <a:off x="411400" y="2884982"/>
          <a:ext cx="5759608" cy="3542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7699" tIns="0" rIns="217699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/>
            <a:t>LoRa  </a:t>
          </a:r>
          <a:endParaRPr lang="en-US" sz="1200" kern="1200"/>
        </a:p>
      </dsp:txBody>
      <dsp:txXfrm>
        <a:off x="428693" y="2902275"/>
        <a:ext cx="5725022" cy="31965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A7AF1E-C57A-4B3B-9CDB-34318E109D2E}">
      <dsp:nvSpPr>
        <dsp:cNvPr id="0" name=""/>
        <dsp:cNvSpPr/>
      </dsp:nvSpPr>
      <dsp:spPr>
        <a:xfrm>
          <a:off x="0" y="225212"/>
          <a:ext cx="8228012" cy="1776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585" tIns="249936" rIns="638585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Enable the creation of a local Wi-Fi network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We connect to access point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u="sng" kern="1200"/>
            <a:t>With or without</a:t>
          </a:r>
          <a:r>
            <a:rPr lang="en-US" sz="1200" kern="1200"/>
            <a:t> access to the internet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Uses a specific channel which can be modified while operating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Has limitation for number of connected devices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Has a name and an optional password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Can use an encrypted communication protocol</a:t>
          </a:r>
        </a:p>
      </dsp:txBody>
      <dsp:txXfrm>
        <a:off x="0" y="225212"/>
        <a:ext cx="8228012" cy="1776600"/>
      </dsp:txXfrm>
    </dsp:sp>
    <dsp:sp modelId="{121A5784-CE72-4EB1-9D3A-2756AD1017DF}">
      <dsp:nvSpPr>
        <dsp:cNvPr id="0" name=""/>
        <dsp:cNvSpPr/>
      </dsp:nvSpPr>
      <dsp:spPr>
        <a:xfrm>
          <a:off x="411400" y="48092"/>
          <a:ext cx="5759608" cy="3542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7699" tIns="0" rIns="217699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AP – Access point</a:t>
          </a:r>
        </a:p>
      </dsp:txBody>
      <dsp:txXfrm>
        <a:off x="428693" y="65385"/>
        <a:ext cx="5725022" cy="319654"/>
      </dsp:txXfrm>
    </dsp:sp>
    <dsp:sp modelId="{13FF2CB2-1F48-4689-A4B8-9EE4C980D470}">
      <dsp:nvSpPr>
        <dsp:cNvPr id="0" name=""/>
        <dsp:cNvSpPr/>
      </dsp:nvSpPr>
      <dsp:spPr>
        <a:xfrm>
          <a:off x="0" y="2243732"/>
          <a:ext cx="8228012" cy="113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585" tIns="249936" rIns="638585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An end point device 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Connects to an AP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While searching for an AP needs to scan different channels until found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Station name and password can be saved on EEPROM, SPIFFS or SDCARD</a:t>
          </a:r>
        </a:p>
      </dsp:txBody>
      <dsp:txXfrm>
        <a:off x="0" y="2243732"/>
        <a:ext cx="8228012" cy="1134000"/>
      </dsp:txXfrm>
    </dsp:sp>
    <dsp:sp modelId="{1A6A3A3E-229B-45DC-A347-3E0A6737BD20}">
      <dsp:nvSpPr>
        <dsp:cNvPr id="0" name=""/>
        <dsp:cNvSpPr/>
      </dsp:nvSpPr>
      <dsp:spPr>
        <a:xfrm>
          <a:off x="411400" y="2066612"/>
          <a:ext cx="5759608" cy="3542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7699" tIns="0" rIns="217699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STA – Station</a:t>
          </a:r>
        </a:p>
      </dsp:txBody>
      <dsp:txXfrm>
        <a:off x="428693" y="2083905"/>
        <a:ext cx="5725022" cy="31965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A7AF1E-C57A-4B3B-9CDB-34318E109D2E}">
      <dsp:nvSpPr>
        <dsp:cNvPr id="0" name=""/>
        <dsp:cNvSpPr/>
      </dsp:nvSpPr>
      <dsp:spPr>
        <a:xfrm>
          <a:off x="0" y="361202"/>
          <a:ext cx="8228012" cy="30428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585" tIns="479044" rIns="638585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Is the standard markup language for documents designed to be displayed in a web browser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300" kern="1200"/>
            <a:t>It can be assisted by technologies such as </a:t>
          </a:r>
          <a:r>
            <a:rPr lang="en-US" sz="2300" b="1" kern="1200"/>
            <a:t>Cascading Style Sheets (CSS)</a:t>
          </a:r>
          <a:r>
            <a:rPr lang="en-US" sz="2300" kern="1200"/>
            <a:t> and scripting languages such as </a:t>
          </a:r>
          <a:r>
            <a:rPr lang="en-US" sz="2300" b="1" kern="1200"/>
            <a:t>JavaScript</a:t>
          </a:r>
          <a:endParaRPr lang="en-US" sz="2300" b="1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300" b="1" kern="1200" dirty="0">
              <a:hlinkClick xmlns:r="http://schemas.openxmlformats.org/officeDocument/2006/relationships" r:id="rId1"/>
            </a:rPr>
            <a:t>https://www.w3schools.com/</a:t>
          </a:r>
          <a:r>
            <a:rPr lang="en-US" sz="2300" b="1" kern="1200" dirty="0"/>
            <a:t> - great site for learning and designing web pages</a:t>
          </a:r>
        </a:p>
      </dsp:txBody>
      <dsp:txXfrm>
        <a:off x="0" y="361202"/>
        <a:ext cx="8228012" cy="3042899"/>
      </dsp:txXfrm>
    </dsp:sp>
    <dsp:sp modelId="{121A5784-CE72-4EB1-9D3A-2756AD1017DF}">
      <dsp:nvSpPr>
        <dsp:cNvPr id="0" name=""/>
        <dsp:cNvSpPr/>
      </dsp:nvSpPr>
      <dsp:spPr>
        <a:xfrm>
          <a:off x="411400" y="21722"/>
          <a:ext cx="5759608" cy="6789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7699" tIns="0" rIns="217699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Hyper Text Markup Language</a:t>
          </a:r>
        </a:p>
      </dsp:txBody>
      <dsp:txXfrm>
        <a:off x="444544" y="54866"/>
        <a:ext cx="5693320" cy="61267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70E107-BF8E-44DA-8F0E-4ECA4AEE57CB}">
      <dsp:nvSpPr>
        <dsp:cNvPr id="0" name=""/>
        <dsp:cNvSpPr/>
      </dsp:nvSpPr>
      <dsp:spPr>
        <a:xfrm>
          <a:off x="6735" y="685164"/>
          <a:ext cx="1972714" cy="59181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5888" tIns="155888" rIns="155888" bIns="155888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Have</a:t>
          </a:r>
        </a:p>
      </dsp:txBody>
      <dsp:txXfrm>
        <a:off x="6735" y="685164"/>
        <a:ext cx="1972714" cy="591814"/>
      </dsp:txXfrm>
    </dsp:sp>
    <dsp:sp modelId="{ED15FE02-1FE8-4961-94BC-E0023D7C0A53}">
      <dsp:nvSpPr>
        <dsp:cNvPr id="0" name=""/>
        <dsp:cNvSpPr/>
      </dsp:nvSpPr>
      <dsp:spPr>
        <a:xfrm>
          <a:off x="6735" y="1276979"/>
          <a:ext cx="1972714" cy="14636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860" tIns="194860" rIns="194860" bIns="19486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 nice GUI to communicate with the ESP32 using a browser</a:t>
          </a:r>
        </a:p>
      </dsp:txBody>
      <dsp:txXfrm>
        <a:off x="6735" y="1276979"/>
        <a:ext cx="1972714" cy="1463680"/>
      </dsp:txXfrm>
    </dsp:sp>
    <dsp:sp modelId="{34E1FFE3-9279-4141-8E07-D7AF519EA293}">
      <dsp:nvSpPr>
        <dsp:cNvPr id="0" name=""/>
        <dsp:cNvSpPr/>
      </dsp:nvSpPr>
      <dsp:spPr>
        <a:xfrm>
          <a:off x="2087344" y="685164"/>
          <a:ext cx="1972714" cy="59181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5888" tIns="155888" rIns="155888" bIns="155888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Control</a:t>
          </a:r>
        </a:p>
      </dsp:txBody>
      <dsp:txXfrm>
        <a:off x="2087344" y="685164"/>
        <a:ext cx="1972714" cy="591814"/>
      </dsp:txXfrm>
    </dsp:sp>
    <dsp:sp modelId="{BDE804F9-97B8-4A98-A7DC-20E26E4560A0}">
      <dsp:nvSpPr>
        <dsp:cNvPr id="0" name=""/>
        <dsp:cNvSpPr/>
      </dsp:nvSpPr>
      <dsp:spPr>
        <a:xfrm>
          <a:off x="2087344" y="1276979"/>
          <a:ext cx="1972714" cy="14636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860" tIns="194860" rIns="194860" bIns="19486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IOs</a:t>
          </a:r>
        </a:p>
      </dsp:txBody>
      <dsp:txXfrm>
        <a:off x="2087344" y="1276979"/>
        <a:ext cx="1972714" cy="1463680"/>
      </dsp:txXfrm>
    </dsp:sp>
    <dsp:sp modelId="{DF6AAD58-C979-4479-BCA3-5C3A3805CF89}">
      <dsp:nvSpPr>
        <dsp:cNvPr id="0" name=""/>
        <dsp:cNvSpPr/>
      </dsp:nvSpPr>
      <dsp:spPr>
        <a:xfrm>
          <a:off x="4167953" y="685164"/>
          <a:ext cx="1972714" cy="59181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5888" tIns="155888" rIns="155888" bIns="155888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Get</a:t>
          </a:r>
        </a:p>
      </dsp:txBody>
      <dsp:txXfrm>
        <a:off x="4167953" y="685164"/>
        <a:ext cx="1972714" cy="591814"/>
      </dsp:txXfrm>
    </dsp:sp>
    <dsp:sp modelId="{AAF9C5D3-086F-4D4A-B73F-F3BEA3B7EB09}">
      <dsp:nvSpPr>
        <dsp:cNvPr id="0" name=""/>
        <dsp:cNvSpPr/>
      </dsp:nvSpPr>
      <dsp:spPr>
        <a:xfrm>
          <a:off x="4167953" y="1276979"/>
          <a:ext cx="1972714" cy="14636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860" tIns="194860" rIns="194860" bIns="19486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information from our ESP32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Such as temperature, humidity depending on what we connected </a:t>
          </a:r>
        </a:p>
      </dsp:txBody>
      <dsp:txXfrm>
        <a:off x="4167953" y="1276979"/>
        <a:ext cx="1972714" cy="1463680"/>
      </dsp:txXfrm>
    </dsp:sp>
    <dsp:sp modelId="{FE7A8C4D-62F7-4962-83B3-FD83AB4E160E}">
      <dsp:nvSpPr>
        <dsp:cNvPr id="0" name=""/>
        <dsp:cNvSpPr/>
      </dsp:nvSpPr>
      <dsp:spPr>
        <a:xfrm>
          <a:off x="6248562" y="685164"/>
          <a:ext cx="1972714" cy="59181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5888" tIns="155888" rIns="155888" bIns="155888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Send</a:t>
          </a:r>
        </a:p>
      </dsp:txBody>
      <dsp:txXfrm>
        <a:off x="6248562" y="685164"/>
        <a:ext cx="1972714" cy="591814"/>
      </dsp:txXfrm>
    </dsp:sp>
    <dsp:sp modelId="{8C7B649D-9015-47CC-814D-2B552357949D}">
      <dsp:nvSpPr>
        <dsp:cNvPr id="0" name=""/>
        <dsp:cNvSpPr/>
      </dsp:nvSpPr>
      <dsp:spPr>
        <a:xfrm>
          <a:off x="6248562" y="1276979"/>
          <a:ext cx="1972714" cy="14636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860" tIns="194860" rIns="194860" bIns="19486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data to the ESP32</a:t>
          </a:r>
        </a:p>
        <a:p>
          <a:pPr marL="57150" lvl="1" indent="-57150" algn="ctr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Files</a:t>
          </a:r>
        </a:p>
        <a:p>
          <a:pPr marL="57150" lvl="1" indent="-57150" algn="ctr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Raw data</a:t>
          </a:r>
        </a:p>
      </dsp:txBody>
      <dsp:txXfrm>
        <a:off x="6248562" y="1276979"/>
        <a:ext cx="1972714" cy="146368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AB7994-06BF-49AD-BEA8-2943DD620637}">
      <dsp:nvSpPr>
        <dsp:cNvPr id="0" name=""/>
        <dsp:cNvSpPr/>
      </dsp:nvSpPr>
      <dsp:spPr>
        <a:xfrm>
          <a:off x="0" y="1421"/>
          <a:ext cx="8228012" cy="72062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D3BD06-F314-4FFC-ABB5-5E40DB0BC189}">
      <dsp:nvSpPr>
        <dsp:cNvPr id="0" name=""/>
        <dsp:cNvSpPr/>
      </dsp:nvSpPr>
      <dsp:spPr>
        <a:xfrm>
          <a:off x="217989" y="163563"/>
          <a:ext cx="396345" cy="39634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B264D9-1CD4-40B7-8F54-1D5FB85D5907}">
      <dsp:nvSpPr>
        <dsp:cNvPr id="0" name=""/>
        <dsp:cNvSpPr/>
      </dsp:nvSpPr>
      <dsp:spPr>
        <a:xfrm>
          <a:off x="832324" y="1421"/>
          <a:ext cx="3702605" cy="7206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66" tIns="76266" rIns="76266" bIns="76266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/>
            <a:t>We need to initialize:</a:t>
          </a:r>
          <a:endParaRPr lang="en-US" sz="1700" kern="1200"/>
        </a:p>
      </dsp:txBody>
      <dsp:txXfrm>
        <a:off x="832324" y="1421"/>
        <a:ext cx="3702605" cy="720627"/>
      </dsp:txXfrm>
    </dsp:sp>
    <dsp:sp modelId="{02D2DD9E-7B41-4C16-AD78-BCB671C6CA63}">
      <dsp:nvSpPr>
        <dsp:cNvPr id="0" name=""/>
        <dsp:cNvSpPr/>
      </dsp:nvSpPr>
      <dsp:spPr>
        <a:xfrm>
          <a:off x="4534930" y="1421"/>
          <a:ext cx="3693081" cy="7206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66" tIns="76266" rIns="76266" bIns="76266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baseline="0"/>
            <a:t>WiFi</a:t>
          </a:r>
          <a:endParaRPr lang="en-US" sz="1300" kern="1200"/>
        </a:p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baseline="0"/>
            <a:t>Webserver</a:t>
          </a:r>
          <a:endParaRPr lang="en-US" sz="1300" kern="1200"/>
        </a:p>
      </dsp:txBody>
      <dsp:txXfrm>
        <a:off x="4534930" y="1421"/>
        <a:ext cx="3693081" cy="720627"/>
      </dsp:txXfrm>
    </dsp:sp>
    <dsp:sp modelId="{594F56AF-46F8-41C6-B538-00D15326494C}">
      <dsp:nvSpPr>
        <dsp:cNvPr id="0" name=""/>
        <dsp:cNvSpPr/>
      </dsp:nvSpPr>
      <dsp:spPr>
        <a:xfrm>
          <a:off x="0" y="902206"/>
          <a:ext cx="8228012" cy="72062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B45BCD-7CE7-48FA-9390-85E40F193705}">
      <dsp:nvSpPr>
        <dsp:cNvPr id="0" name=""/>
        <dsp:cNvSpPr/>
      </dsp:nvSpPr>
      <dsp:spPr>
        <a:xfrm>
          <a:off x="217989" y="1064347"/>
          <a:ext cx="396345" cy="39634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CE31CE-C0C0-4F89-9FBA-AE728A8ECCEA}">
      <dsp:nvSpPr>
        <dsp:cNvPr id="0" name=""/>
        <dsp:cNvSpPr/>
      </dsp:nvSpPr>
      <dsp:spPr>
        <a:xfrm>
          <a:off x="832324" y="902206"/>
          <a:ext cx="7395687" cy="7206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66" tIns="76266" rIns="76266" bIns="76266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/>
            <a:t>Prepare the HTML for the pages</a:t>
          </a:r>
          <a:endParaRPr lang="en-US" sz="1700" kern="1200"/>
        </a:p>
      </dsp:txBody>
      <dsp:txXfrm>
        <a:off x="832324" y="902206"/>
        <a:ext cx="7395687" cy="720627"/>
      </dsp:txXfrm>
    </dsp:sp>
    <dsp:sp modelId="{753CCC68-BB3D-41E7-9978-61FAAF5D1808}">
      <dsp:nvSpPr>
        <dsp:cNvPr id="0" name=""/>
        <dsp:cNvSpPr/>
      </dsp:nvSpPr>
      <dsp:spPr>
        <a:xfrm>
          <a:off x="0" y="1802990"/>
          <a:ext cx="8228012" cy="72062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47D5C5-1078-4580-902F-ABC29169153C}">
      <dsp:nvSpPr>
        <dsp:cNvPr id="0" name=""/>
        <dsp:cNvSpPr/>
      </dsp:nvSpPr>
      <dsp:spPr>
        <a:xfrm>
          <a:off x="217989" y="1965132"/>
          <a:ext cx="396345" cy="39634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4A0A68-BCBF-43A2-AC9F-D7056F211BB9}">
      <dsp:nvSpPr>
        <dsp:cNvPr id="0" name=""/>
        <dsp:cNvSpPr/>
      </dsp:nvSpPr>
      <dsp:spPr>
        <a:xfrm>
          <a:off x="832324" y="1802990"/>
          <a:ext cx="7395687" cy="7206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66" tIns="76266" rIns="76266" bIns="76266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/>
            <a:t>Handle the client which interacts with the browser</a:t>
          </a:r>
          <a:endParaRPr lang="en-US" sz="1700" kern="1200"/>
        </a:p>
      </dsp:txBody>
      <dsp:txXfrm>
        <a:off x="832324" y="1802990"/>
        <a:ext cx="7395687" cy="720627"/>
      </dsp:txXfrm>
    </dsp:sp>
    <dsp:sp modelId="{251E840D-FA90-4B3A-B3CC-D055ABF927E1}">
      <dsp:nvSpPr>
        <dsp:cNvPr id="0" name=""/>
        <dsp:cNvSpPr/>
      </dsp:nvSpPr>
      <dsp:spPr>
        <a:xfrm>
          <a:off x="0" y="2703775"/>
          <a:ext cx="8228012" cy="72062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25954D-C489-444F-934B-239AE80565A4}">
      <dsp:nvSpPr>
        <dsp:cNvPr id="0" name=""/>
        <dsp:cNvSpPr/>
      </dsp:nvSpPr>
      <dsp:spPr>
        <a:xfrm>
          <a:off x="217989" y="2865916"/>
          <a:ext cx="396345" cy="39634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83E2F8-6946-43D0-83FB-8CBB06DD2E7A}">
      <dsp:nvSpPr>
        <dsp:cNvPr id="0" name=""/>
        <dsp:cNvSpPr/>
      </dsp:nvSpPr>
      <dsp:spPr>
        <a:xfrm>
          <a:off x="832324" y="2703775"/>
          <a:ext cx="7395687" cy="7206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66" tIns="76266" rIns="76266" bIns="76266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/>
            <a:t>Process the incoming data from the browser to perform actions on the ESP</a:t>
          </a:r>
          <a:endParaRPr lang="en-US" sz="1700" kern="1200"/>
        </a:p>
      </dsp:txBody>
      <dsp:txXfrm>
        <a:off x="832324" y="2703775"/>
        <a:ext cx="7395687" cy="72062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A73E45-A604-4CFA-A294-F3ECE9C9D5C4}">
      <dsp:nvSpPr>
        <dsp:cNvPr id="0" name=""/>
        <dsp:cNvSpPr/>
      </dsp:nvSpPr>
      <dsp:spPr>
        <a:xfrm>
          <a:off x="434300" y="1421"/>
          <a:ext cx="1711490" cy="10268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/>
            <a:t>Works via application on a phone or tablet (No web or PC apps)</a:t>
          </a:r>
          <a:endParaRPr lang="en-US" sz="1200" kern="1200"/>
        </a:p>
      </dsp:txBody>
      <dsp:txXfrm>
        <a:off x="434300" y="1421"/>
        <a:ext cx="1711490" cy="1026894"/>
      </dsp:txXfrm>
    </dsp:sp>
    <dsp:sp modelId="{102403BC-EA4C-494B-BDC1-0D94514F9987}">
      <dsp:nvSpPr>
        <dsp:cNvPr id="0" name=""/>
        <dsp:cNvSpPr/>
      </dsp:nvSpPr>
      <dsp:spPr>
        <a:xfrm>
          <a:off x="2316940" y="1421"/>
          <a:ext cx="1711490" cy="10268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/>
            <a:t>Can work via Wi-Fi or Bluetooth </a:t>
          </a:r>
          <a:endParaRPr lang="en-US" sz="1200" kern="1200"/>
        </a:p>
      </dsp:txBody>
      <dsp:txXfrm>
        <a:off x="2316940" y="1421"/>
        <a:ext cx="1711490" cy="1026894"/>
      </dsp:txXfrm>
    </dsp:sp>
    <dsp:sp modelId="{C84D4424-9145-4722-BBEC-0F066C5C8A13}">
      <dsp:nvSpPr>
        <dsp:cNvPr id="0" name=""/>
        <dsp:cNvSpPr/>
      </dsp:nvSpPr>
      <dsp:spPr>
        <a:xfrm>
          <a:off x="4199581" y="1421"/>
          <a:ext cx="1711490" cy="10268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/>
            <a:t>The application is very easy to use and very powerful</a:t>
          </a:r>
          <a:endParaRPr lang="en-US" sz="1200" kern="1200"/>
        </a:p>
      </dsp:txBody>
      <dsp:txXfrm>
        <a:off x="4199581" y="1421"/>
        <a:ext cx="1711490" cy="1026894"/>
      </dsp:txXfrm>
    </dsp:sp>
    <dsp:sp modelId="{2924B866-8835-443F-8717-481C12F30EB6}">
      <dsp:nvSpPr>
        <dsp:cNvPr id="0" name=""/>
        <dsp:cNvSpPr/>
      </dsp:nvSpPr>
      <dsp:spPr>
        <a:xfrm>
          <a:off x="6082221" y="1421"/>
          <a:ext cx="1711490" cy="10268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/>
            <a:t>Code is extremely simple to manipulate using a dedicated library</a:t>
          </a:r>
          <a:endParaRPr lang="en-US" sz="1200" kern="1200"/>
        </a:p>
      </dsp:txBody>
      <dsp:txXfrm>
        <a:off x="6082221" y="1421"/>
        <a:ext cx="1711490" cy="1026894"/>
      </dsp:txXfrm>
    </dsp:sp>
    <dsp:sp modelId="{B8C9C3BB-BD0E-4998-B4FD-B445EB7BFDF0}">
      <dsp:nvSpPr>
        <dsp:cNvPr id="0" name=""/>
        <dsp:cNvSpPr/>
      </dsp:nvSpPr>
      <dsp:spPr>
        <a:xfrm>
          <a:off x="434300" y="1199465"/>
          <a:ext cx="1711490" cy="10268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/>
            <a:t>Has a code wizard generator on their website</a:t>
          </a:r>
          <a:endParaRPr lang="en-US" sz="1200" kern="1200"/>
        </a:p>
      </dsp:txBody>
      <dsp:txXfrm>
        <a:off x="434300" y="1199465"/>
        <a:ext cx="1711490" cy="1026894"/>
      </dsp:txXfrm>
    </dsp:sp>
    <dsp:sp modelId="{048BF431-57DC-4032-90A2-1CB67A7ED50D}">
      <dsp:nvSpPr>
        <dsp:cNvPr id="0" name=""/>
        <dsp:cNvSpPr/>
      </dsp:nvSpPr>
      <dsp:spPr>
        <a:xfrm>
          <a:off x="2316940" y="1199465"/>
          <a:ext cx="1711490" cy="10268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/>
            <a:t>Wi-Fi and Bluetooth code is the same, only small change in initialization</a:t>
          </a:r>
          <a:endParaRPr lang="en-US" sz="1200" kern="1200"/>
        </a:p>
      </dsp:txBody>
      <dsp:txXfrm>
        <a:off x="2316940" y="1199465"/>
        <a:ext cx="1711490" cy="1026894"/>
      </dsp:txXfrm>
    </dsp:sp>
    <dsp:sp modelId="{8866E4BD-677F-4FC5-8E8C-ADB62ABBB93B}">
      <dsp:nvSpPr>
        <dsp:cNvPr id="0" name=""/>
        <dsp:cNvSpPr/>
      </dsp:nvSpPr>
      <dsp:spPr>
        <a:xfrm>
          <a:off x="4199581" y="1199465"/>
          <a:ext cx="1711490" cy="10268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/>
            <a:t>Automatic application sync for all used devices</a:t>
          </a:r>
          <a:endParaRPr lang="en-US" sz="1200" kern="1200"/>
        </a:p>
      </dsp:txBody>
      <dsp:txXfrm>
        <a:off x="4199581" y="1199465"/>
        <a:ext cx="1711490" cy="1026894"/>
      </dsp:txXfrm>
    </dsp:sp>
    <dsp:sp modelId="{4662CA0D-AB0F-489B-92CA-48D498E75967}">
      <dsp:nvSpPr>
        <dsp:cNvPr id="0" name=""/>
        <dsp:cNvSpPr/>
      </dsp:nvSpPr>
      <dsp:spPr>
        <a:xfrm>
          <a:off x="6082221" y="1199465"/>
          <a:ext cx="1711490" cy="10268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/>
            <a:t>Android supports widgets</a:t>
          </a:r>
          <a:endParaRPr lang="en-US" sz="1200" kern="1200"/>
        </a:p>
      </dsp:txBody>
      <dsp:txXfrm>
        <a:off x="6082221" y="1199465"/>
        <a:ext cx="1711490" cy="1026894"/>
      </dsp:txXfrm>
    </dsp:sp>
    <dsp:sp modelId="{9E457864-655C-4DE7-B9C8-08EE3A435CAF}">
      <dsp:nvSpPr>
        <dsp:cNvPr id="0" name=""/>
        <dsp:cNvSpPr/>
      </dsp:nvSpPr>
      <dsp:spPr>
        <a:xfrm>
          <a:off x="1375620" y="2397508"/>
          <a:ext cx="1711490" cy="10268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/>
            <a:t>We can use </a:t>
          </a:r>
          <a:r>
            <a:rPr lang="en-US" sz="1200" b="1" kern="1200"/>
            <a:t>our own </a:t>
          </a:r>
          <a:r>
            <a:rPr lang="en-US" sz="1200" b="0" kern="1200"/>
            <a:t>server!! (RPI4)</a:t>
          </a:r>
          <a:endParaRPr lang="en-US" sz="1200" kern="1200"/>
        </a:p>
      </dsp:txBody>
      <dsp:txXfrm>
        <a:off x="1375620" y="2397508"/>
        <a:ext cx="1711490" cy="1026894"/>
      </dsp:txXfrm>
    </dsp:sp>
    <dsp:sp modelId="{E77DDF2D-EF65-4603-BED9-E9359470B7B6}">
      <dsp:nvSpPr>
        <dsp:cNvPr id="0" name=""/>
        <dsp:cNvSpPr/>
      </dsp:nvSpPr>
      <dsp:spPr>
        <a:xfrm>
          <a:off x="3258261" y="2397508"/>
          <a:ext cx="1711490" cy="10268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/>
            <a:t>Blynk have a service to generate an application for us to be published on app store</a:t>
          </a:r>
          <a:endParaRPr lang="en-US" sz="1200" kern="1200"/>
        </a:p>
      </dsp:txBody>
      <dsp:txXfrm>
        <a:off x="3258261" y="2397508"/>
        <a:ext cx="1711490" cy="1026894"/>
      </dsp:txXfrm>
    </dsp:sp>
    <dsp:sp modelId="{8E321A85-7C3B-4B47-B28C-5C65CA824C2D}">
      <dsp:nvSpPr>
        <dsp:cNvPr id="0" name=""/>
        <dsp:cNvSpPr/>
      </dsp:nvSpPr>
      <dsp:spPr>
        <a:xfrm>
          <a:off x="5140901" y="2397508"/>
          <a:ext cx="1711490" cy="10268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/>
            <a:t>Look at the course GIT for a user guide and a demo code </a:t>
          </a:r>
          <a:endParaRPr lang="en-US" sz="1200" kern="1200"/>
        </a:p>
      </dsp:txBody>
      <dsp:txXfrm>
        <a:off x="5140901" y="2397508"/>
        <a:ext cx="1711490" cy="102689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A7AF1E-C57A-4B3B-9CDB-34318E109D2E}">
      <dsp:nvSpPr>
        <dsp:cNvPr id="0" name=""/>
        <dsp:cNvSpPr/>
      </dsp:nvSpPr>
      <dsp:spPr>
        <a:xfrm>
          <a:off x="0" y="261842"/>
          <a:ext cx="8228012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585" tIns="166624" rIns="638585" bIns="56896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/>
            <a:t>Some IOs are used for sample @ reset, make sure to use them properly or your project might not work (info is specific to each member of the ESP32 family)</a:t>
          </a:r>
          <a:endParaRPr lang="en-US" sz="800" kern="120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baseline="0" dirty="0"/>
            <a:t>When </a:t>
          </a:r>
          <a:r>
            <a:rPr lang="en-US" sz="800" kern="1200" baseline="0" dirty="0" err="1"/>
            <a:t>WiFi</a:t>
          </a:r>
          <a:r>
            <a:rPr lang="en-US" sz="800" kern="1200" baseline="0" dirty="0"/>
            <a:t> is enabled analog inputs from channel 2 are not functional</a:t>
          </a:r>
          <a:endParaRPr lang="en-US" sz="800" kern="1200" dirty="0"/>
        </a:p>
      </dsp:txBody>
      <dsp:txXfrm>
        <a:off x="0" y="261842"/>
        <a:ext cx="8228012" cy="604800"/>
      </dsp:txXfrm>
    </dsp:sp>
    <dsp:sp modelId="{121A5784-CE72-4EB1-9D3A-2756AD1017DF}">
      <dsp:nvSpPr>
        <dsp:cNvPr id="0" name=""/>
        <dsp:cNvSpPr/>
      </dsp:nvSpPr>
      <dsp:spPr>
        <a:xfrm>
          <a:off x="411400" y="143762"/>
          <a:ext cx="5759608" cy="2361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7699" tIns="0" rIns="217699" bIns="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IOs</a:t>
          </a:r>
        </a:p>
      </dsp:txBody>
      <dsp:txXfrm>
        <a:off x="422928" y="155290"/>
        <a:ext cx="5736552" cy="213104"/>
      </dsp:txXfrm>
    </dsp:sp>
    <dsp:sp modelId="{4EA2B576-E667-4542-B811-D63371A2F187}">
      <dsp:nvSpPr>
        <dsp:cNvPr id="0" name=""/>
        <dsp:cNvSpPr/>
      </dsp:nvSpPr>
      <dsp:spPr>
        <a:xfrm>
          <a:off x="0" y="1027922"/>
          <a:ext cx="8228012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585" tIns="166624" rIns="638585" bIns="56896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You can expand the total malloc size to include the SRAM but the speed of SPI RAM allocated memory is much slower </a:t>
          </a:r>
          <a:r>
            <a:rPr lang="en-US" sz="800" b="0" kern="1200" dirty="0"/>
            <a:t>(use: </a:t>
          </a:r>
          <a:r>
            <a:rPr lang="en-US" sz="800" b="1" kern="1200" dirty="0" err="1"/>
            <a:t>heap_caps_malloc_extmem_enable</a:t>
          </a:r>
          <a:r>
            <a:rPr lang="en-US" sz="800" b="1" kern="1200" dirty="0"/>
            <a:t>(1024 * 1024 * N);</a:t>
          </a:r>
          <a:r>
            <a:rPr lang="en-US" sz="800" b="0" kern="1200" dirty="0"/>
            <a:t> N = number of MB needed)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/>
            <a:t>S2\3 can perform DMA from SPI-RAM!</a:t>
          </a:r>
        </a:p>
      </dsp:txBody>
      <dsp:txXfrm>
        <a:off x="0" y="1027922"/>
        <a:ext cx="8228012" cy="604800"/>
      </dsp:txXfrm>
    </dsp:sp>
    <dsp:sp modelId="{EF786FA7-3280-452B-A9D1-448A9918BEB6}">
      <dsp:nvSpPr>
        <dsp:cNvPr id="0" name=""/>
        <dsp:cNvSpPr/>
      </dsp:nvSpPr>
      <dsp:spPr>
        <a:xfrm>
          <a:off x="411400" y="909842"/>
          <a:ext cx="5759608" cy="2361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7699" tIns="0" rIns="217699" bIns="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kern="1200" dirty="0"/>
            <a:t>When using SPI RAM</a:t>
          </a:r>
          <a:endParaRPr lang="en-US" sz="800" kern="1200" dirty="0"/>
        </a:p>
      </dsp:txBody>
      <dsp:txXfrm>
        <a:off x="422928" y="921370"/>
        <a:ext cx="5736552" cy="213104"/>
      </dsp:txXfrm>
    </dsp:sp>
    <dsp:sp modelId="{F25827DB-2A0A-4C43-B8A9-C30A9FE82C38}">
      <dsp:nvSpPr>
        <dsp:cNvPr id="0" name=""/>
        <dsp:cNvSpPr/>
      </dsp:nvSpPr>
      <dsp:spPr>
        <a:xfrm>
          <a:off x="0" y="1794002"/>
          <a:ext cx="8228012" cy="346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585" tIns="166624" rIns="638585" bIns="56896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ESP32 has DMA (direct memory access) engines, they are implemented differently on S2\3</a:t>
          </a:r>
        </a:p>
      </dsp:txBody>
      <dsp:txXfrm>
        <a:off x="0" y="1794002"/>
        <a:ext cx="8228012" cy="346500"/>
      </dsp:txXfrm>
    </dsp:sp>
    <dsp:sp modelId="{4331E353-6C47-4A53-82BA-57A03C4139A0}">
      <dsp:nvSpPr>
        <dsp:cNvPr id="0" name=""/>
        <dsp:cNvSpPr/>
      </dsp:nvSpPr>
      <dsp:spPr>
        <a:xfrm>
          <a:off x="411400" y="1675922"/>
          <a:ext cx="5759608" cy="2361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7699" tIns="0" rIns="217699" bIns="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kern="1200" dirty="0"/>
            <a:t>DMA  </a:t>
          </a:r>
          <a:endParaRPr lang="en-US" sz="800" kern="1200" dirty="0"/>
        </a:p>
      </dsp:txBody>
      <dsp:txXfrm>
        <a:off x="422928" y="1687450"/>
        <a:ext cx="5736552" cy="213104"/>
      </dsp:txXfrm>
    </dsp:sp>
    <dsp:sp modelId="{48A25C03-9AB9-4D49-A754-C8C00A3EFEFE}">
      <dsp:nvSpPr>
        <dsp:cNvPr id="0" name=""/>
        <dsp:cNvSpPr/>
      </dsp:nvSpPr>
      <dsp:spPr>
        <a:xfrm>
          <a:off x="0" y="2301782"/>
          <a:ext cx="8228012" cy="617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585" tIns="166624" rIns="638585" bIns="56896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M5 stack has very interesting modules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So as </a:t>
          </a:r>
          <a:r>
            <a:rPr lang="en-US" sz="800" kern="1200" dirty="0" err="1"/>
            <a:t>Lilygo</a:t>
          </a:r>
          <a:endParaRPr lang="en-US" sz="800" kern="1200" dirty="0"/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There are lots of off the shelf modules in the market </a:t>
          </a:r>
        </a:p>
      </dsp:txBody>
      <dsp:txXfrm>
        <a:off x="0" y="2301782"/>
        <a:ext cx="8228012" cy="617400"/>
      </dsp:txXfrm>
    </dsp:sp>
    <dsp:sp modelId="{8DE6CCE2-B89C-4320-A38C-7B1DB6D0EE50}">
      <dsp:nvSpPr>
        <dsp:cNvPr id="0" name=""/>
        <dsp:cNvSpPr/>
      </dsp:nvSpPr>
      <dsp:spPr>
        <a:xfrm>
          <a:off x="411400" y="2183702"/>
          <a:ext cx="5759608" cy="2361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7699" tIns="0" rIns="217699" bIns="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kern="1200" dirty="0"/>
            <a:t>Don’t buy official ESP32 modules, look at AliExpress  </a:t>
          </a:r>
          <a:endParaRPr lang="en-US" sz="800" kern="1200" dirty="0"/>
        </a:p>
      </dsp:txBody>
      <dsp:txXfrm>
        <a:off x="422928" y="2195230"/>
        <a:ext cx="5736552" cy="213104"/>
      </dsp:txXfrm>
    </dsp:sp>
    <dsp:sp modelId="{25F51EE8-08ED-4802-ADBD-D758B8EF5D97}">
      <dsp:nvSpPr>
        <dsp:cNvPr id="0" name=""/>
        <dsp:cNvSpPr/>
      </dsp:nvSpPr>
      <dsp:spPr>
        <a:xfrm>
          <a:off x="0" y="3080462"/>
          <a:ext cx="8228012" cy="20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084C92-1512-4A08-9A11-5619307C8466}">
      <dsp:nvSpPr>
        <dsp:cNvPr id="0" name=""/>
        <dsp:cNvSpPr/>
      </dsp:nvSpPr>
      <dsp:spPr>
        <a:xfrm>
          <a:off x="411400" y="2962382"/>
          <a:ext cx="5759608" cy="2361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7699" tIns="0" rIns="217699" bIns="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kern="1200" dirty="0"/>
            <a:t>Visual studio can be used with Visual Micro plug-in (12$) for the best SDK experience out there! </a:t>
          </a:r>
          <a:endParaRPr lang="en-US" sz="800" kern="1200" dirty="0"/>
        </a:p>
      </dsp:txBody>
      <dsp:txXfrm>
        <a:off x="422928" y="2973910"/>
        <a:ext cx="5736552" cy="2131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Intel Clear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CFD7B2-88A6-E34E-8EF8-CB0C7BA47ADD}" type="datetimeFigureOut">
              <a:rPr lang="en-US" smtClean="0">
                <a:latin typeface="Intel Clear"/>
              </a:rPr>
              <a:pPr/>
              <a:t>5/15/2024</a:t>
            </a:fld>
            <a:endParaRPr lang="en-US" dirty="0">
              <a:latin typeface="Intel Clear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Intel Clear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6CFA4E-18EB-6D49-8DE2-7A74038C2C1C}" type="slidenum">
              <a:rPr lang="en-US" smtClean="0">
                <a:latin typeface="Intel Clear"/>
              </a:rPr>
              <a:pPr/>
              <a:t>‹#›</a:t>
            </a:fld>
            <a:endParaRPr lang="en-US" dirty="0">
              <a:latin typeface="Intel Clear"/>
            </a:endParaRPr>
          </a:p>
        </p:txBody>
      </p:sp>
    </p:spTree>
    <p:extLst>
      <p:ext uri="{BB962C8B-B14F-4D97-AF65-F5344CB8AC3E}">
        <p14:creationId xmlns:p14="http://schemas.microsoft.com/office/powerpoint/2010/main" val="91299412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Intel Clear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Intel Clear"/>
              </a:defRPr>
            </a:lvl1pPr>
          </a:lstStyle>
          <a:p>
            <a:fld id="{ED7FC5FE-6F0D-D34A-8EE6-C95B4F5F4DC8}" type="datetimeFigureOut">
              <a:rPr lang="en-US" smtClean="0"/>
              <a:pPr/>
              <a:t>5/15/2024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Intel Clear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Intel Clear"/>
              </a:defRPr>
            </a:lvl1pPr>
          </a:lstStyle>
          <a:p>
            <a:fld id="{D61C8689-8455-3546-ADF9-3B7273760F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42922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073A99-573F-0C42-84F0-9F8D3B98F8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Linear gradient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692441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9193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3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AD3550-441D-0F48-9656-F28389FF4C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Linear gradient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692441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9349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073A99-573F-0C42-84F0-9F8D3B98F8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682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AD3550-441D-0F48-9656-F28389FF4C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181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Pr>
        <a:gradFill>
          <a:gsLst>
            <a:gs pos="30000">
              <a:schemeClr val="tx2"/>
            </a:gs>
            <a:gs pos="100000">
              <a:srgbClr val="009FDF"/>
            </a:gs>
            <a:gs pos="65000">
              <a:srgbClr val="0071C5"/>
            </a:gs>
          </a:gsLst>
          <a:lin ang="198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7688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image</a:t>
            </a:r>
          </a:p>
        </p:txBody>
      </p:sp>
      <p:sp>
        <p:nvSpPr>
          <p:cNvPr id="1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493008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</p:spTree>
    <p:extLst>
      <p:ext uri="{BB962C8B-B14F-4D97-AF65-F5344CB8AC3E}">
        <p14:creationId xmlns:p14="http://schemas.microsoft.com/office/powerpoint/2010/main" val="180832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defRPr>
            </a:lvl1pPr>
          </a:lstStyle>
          <a:p>
            <a:r>
              <a:rPr lang="en-US" dirty="0"/>
              <a:t>33pt Intel Clear Pro Headline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455613" y="1203325"/>
            <a:ext cx="8228012" cy="3425825"/>
          </a:xfrm>
        </p:spPr>
        <p:txBody>
          <a:bodyPr/>
          <a:lstStyle>
            <a:lvl1pPr>
              <a:defRPr>
                <a:solidFill>
                  <a:srgbClr val="0071C5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18pt Intel Clear body text</a:t>
            </a:r>
          </a:p>
          <a:p>
            <a:pPr lvl="1"/>
            <a:r>
              <a:rPr lang="en-US" dirty="0"/>
              <a:t>18pt Intel Clear bullet one</a:t>
            </a:r>
          </a:p>
          <a:p>
            <a:pPr lvl="2"/>
            <a:r>
              <a:rPr lang="en-US" dirty="0"/>
              <a:t>18pt Intel Clear sub-bullet</a:t>
            </a:r>
          </a:p>
          <a:p>
            <a:pPr lvl="3"/>
            <a:r>
              <a:rPr lang="en-US" dirty="0"/>
              <a:t>16pt Intel Clear fourth level</a:t>
            </a:r>
          </a:p>
          <a:p>
            <a:pPr lvl="4"/>
            <a:r>
              <a:rPr lang="en-US" dirty="0" err="1"/>
              <a:t>14pt</a:t>
            </a:r>
            <a:r>
              <a:rPr lang="en-US" dirty="0"/>
              <a:t> Intel Clear fifth level</a:t>
            </a:r>
          </a:p>
        </p:txBody>
      </p:sp>
    </p:spTree>
    <p:extLst>
      <p:ext uri="{BB962C8B-B14F-4D97-AF65-F5344CB8AC3E}">
        <p14:creationId xmlns:p14="http://schemas.microsoft.com/office/powerpoint/2010/main" val="1358511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4"/>
            <a:ext cx="4006851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8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830763" y="943430"/>
            <a:ext cx="3181123" cy="16709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sz="1800">
                <a:latin typeface="Intel Clear"/>
              </a:defRPr>
            </a:lvl1pPr>
          </a:lstStyle>
          <a:p>
            <a:r>
              <a:rPr lang="en-US" sz="1100">
                <a:latin typeface="Arial"/>
              </a:rPr>
              <a:t>Click icon to add picture</a:t>
            </a:r>
            <a:endParaRPr lang="en-US" sz="1100" dirty="0">
              <a:latin typeface="Arial"/>
            </a:endParaRP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4830763" y="2843897"/>
            <a:ext cx="3181123" cy="16709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sz="1800">
                <a:latin typeface="Intel Clear"/>
              </a:defRPr>
            </a:lvl1pPr>
          </a:lstStyle>
          <a:p>
            <a:r>
              <a:rPr lang="en-US" sz="1100">
                <a:latin typeface="Arial"/>
              </a:rPr>
              <a:t>Click icon to add picture</a:t>
            </a:r>
            <a:endParaRPr lang="en-US" sz="110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98914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4"/>
            <a:ext cx="4006851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678363" y="1203324"/>
            <a:ext cx="4005264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8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063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Attribu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5613" y="1203325"/>
            <a:ext cx="8228013" cy="3425825"/>
          </a:xfrm>
        </p:spPr>
        <p:txBody>
          <a:bodyPr anchor="ctr" anchorCtr="0"/>
          <a:lstStyle>
            <a:lvl1pPr marL="190500" indent="-190500">
              <a:defRPr sz="3600" b="1" baseline="0">
                <a:solidFill>
                  <a:schemeClr val="accent1"/>
                </a:solidFill>
                <a:latin typeface="+mn-lt"/>
                <a:cs typeface="Intel Clear"/>
              </a:defRPr>
            </a:lvl1pPr>
            <a:lvl2pPr marL="417513" indent="-225425">
              <a:buFont typeface="Intel Clear" pitchFamily="34" charset="0"/>
              <a:buChar char="–"/>
              <a:defRPr sz="1200" baseline="0">
                <a:latin typeface="+mn-lt"/>
                <a:cs typeface="Intel Clear" panose="020B0604020203020204" pitchFamily="34" charset="0"/>
              </a:defRPr>
            </a:lvl2pPr>
            <a:lvl3pPr marL="685800" indent="-228600">
              <a:buFont typeface="Intel Clear" pitchFamily="34" charset="0"/>
              <a:buChar char="–"/>
              <a:defRPr sz="1200">
                <a:latin typeface="+mn-lt"/>
              </a:defRPr>
            </a:lvl3pPr>
            <a:lvl4pPr>
              <a:buFont typeface="Intel Clear" pitchFamily="34" charset="0"/>
              <a:buChar char="–"/>
              <a:defRPr sz="1100">
                <a:latin typeface="+mn-lt"/>
              </a:defRPr>
            </a:lvl4pPr>
            <a:lvl5pPr>
              <a:buFont typeface="Intel Clear" pitchFamily="34" charset="0"/>
              <a:buChar char="–"/>
              <a:defRPr sz="1050">
                <a:latin typeface="+mn-lt"/>
              </a:defRPr>
            </a:lvl5pPr>
          </a:lstStyle>
          <a:p>
            <a:pPr lvl="0"/>
            <a:r>
              <a:rPr lang="en-US" dirty="0"/>
              <a:t>“36pt Intel Clear Bold Text”</a:t>
            </a:r>
          </a:p>
          <a:p>
            <a:pPr lvl="1"/>
            <a:r>
              <a:rPr lang="en-US" dirty="0" err="1"/>
              <a:t>12pt</a:t>
            </a:r>
            <a:r>
              <a:rPr lang="en-US" dirty="0"/>
              <a:t> Attribution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946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7688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207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Bottom 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2574131"/>
            <a:ext cx="9144000" cy="2194719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5"/>
            <a:ext cx="4006851" cy="130929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5" hasCustomPrompt="1"/>
          </p:nvPr>
        </p:nvSpPr>
        <p:spPr>
          <a:xfrm>
            <a:off x="4678363" y="1203325"/>
            <a:ext cx="4005264" cy="130929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1009487" y="4975795"/>
            <a:ext cx="1846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00" dirty="0">
              <a:solidFill>
                <a:schemeClr val="tx2"/>
              </a:solidFill>
              <a:cs typeface="Intel Clear"/>
            </a:endParaRPr>
          </a:p>
        </p:txBody>
      </p:sp>
      <p:sp>
        <p:nvSpPr>
          <p:cNvPr id="10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689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4678363" y="1"/>
            <a:ext cx="4465637" cy="4768849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4006850" cy="868680"/>
          </a:xfrm>
        </p:spPr>
        <p:txBody>
          <a:bodyPr>
            <a:noAutofit/>
          </a:bodyPr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4" y="1325244"/>
            <a:ext cx="4006850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</p:spTree>
    <p:extLst>
      <p:ext uri="{BB962C8B-B14F-4D97-AF65-F5344CB8AC3E}">
        <p14:creationId xmlns:p14="http://schemas.microsoft.com/office/powerpoint/2010/main" val="2900421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tx2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white section break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baseline="0">
                <a:solidFill>
                  <a:schemeClr val="accent2"/>
                </a:solidFill>
                <a:latin typeface="+mn-lt"/>
                <a:cs typeface="Intel Clear" panose="020B0604020203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72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2_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83CB34-7304-ED41-AF00-05CDDF90D7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3153859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1A6966-524D-364A-9F32-0520C94D5D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3201034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1110112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2234882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0" baseline="0">
                <a:solidFill>
                  <a:schemeClr val="accent2"/>
                </a:solidFill>
                <a:latin typeface="Intel Clear"/>
                <a:ea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40pt Intel Clear Light Body.</a:t>
            </a:r>
            <a:br>
              <a:rPr lang="en-US" dirty="0"/>
            </a:br>
            <a:r>
              <a:rPr lang="en-US" dirty="0"/>
              <a:t>For content that is not a section, but has a big idea in text only.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1101794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4000" b="0" cap="none" spc="0" baseline="0">
                <a:solidFill>
                  <a:schemeClr val="tx2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40pt Intel Clear Heading</a:t>
            </a:r>
          </a:p>
        </p:txBody>
      </p:sp>
    </p:spTree>
    <p:extLst>
      <p:ext uri="{BB962C8B-B14F-4D97-AF65-F5344CB8AC3E}">
        <p14:creationId xmlns:p14="http://schemas.microsoft.com/office/powerpoint/2010/main" val="4001256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Section Break Image">
    <p:bg>
      <p:bgPr>
        <a:gradFill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2260088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 blue section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3348787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baseline="0">
                <a:solidFill>
                  <a:schemeClr val="accent3"/>
                </a:solidFill>
                <a:latin typeface="+mn-lt"/>
                <a:cs typeface="Intel Clear" panose="020B0604020203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9144000" cy="2574131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baseline="0">
                <a:solidFill>
                  <a:srgbClr val="0071C5"/>
                </a:solidFill>
              </a:defRPr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</p:spTree>
    <p:extLst>
      <p:ext uri="{BB962C8B-B14F-4D97-AF65-F5344CB8AC3E}">
        <p14:creationId xmlns:p14="http://schemas.microsoft.com/office/powerpoint/2010/main" val="3843762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6"/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16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961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ack Cover Radial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\\.psf\Home\Desktop\Inte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7432" y="1875130"/>
            <a:ext cx="2108795" cy="138988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7009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ack Cover Radial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t_experience_hrz_wht_rgb_300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8779" y="1874822"/>
            <a:ext cx="3646443" cy="151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831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073A99-573F-0C42-84F0-9F8D3B98F8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Linear gradient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692441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8273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3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AD3550-441D-0F48-9656-F28389FF4C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Linear gradient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692441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0254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073A99-573F-0C42-84F0-9F8D3B98F8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430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 with Linear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AD3550-441D-0F48-9656-F28389FF4C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89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Pr>
        <a:gradFill>
          <a:gsLst>
            <a:gs pos="30000">
              <a:schemeClr val="tx2"/>
            </a:gs>
            <a:gs pos="100000">
              <a:srgbClr val="009FDF"/>
            </a:gs>
            <a:gs pos="65000">
              <a:srgbClr val="0071C5"/>
            </a:gs>
          </a:gsLst>
          <a:lin ang="198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7688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65pt Intel Clear pro Title</a:t>
            </a:r>
            <a:br>
              <a:rPr lang="en-US" dirty="0"/>
            </a:br>
            <a:r>
              <a:rPr lang="en-US" dirty="0"/>
              <a:t>with image</a:t>
            </a:r>
          </a:p>
        </p:txBody>
      </p:sp>
      <p:sp>
        <p:nvSpPr>
          <p:cNvPr id="1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493008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chemeClr val="accent3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Subhead, Date, Etc.</a:t>
            </a:r>
          </a:p>
        </p:txBody>
      </p:sp>
    </p:spTree>
    <p:extLst>
      <p:ext uri="{BB962C8B-B14F-4D97-AF65-F5344CB8AC3E}">
        <p14:creationId xmlns:p14="http://schemas.microsoft.com/office/powerpoint/2010/main" val="4029503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>
              <a:defRPr b="0" i="0" baseline="0">
                <a:solidFill>
                  <a:schemeClr val="tx2"/>
                </a:solidFill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defRPr>
            </a:lvl1pPr>
          </a:lstStyle>
          <a:p>
            <a:r>
              <a:rPr lang="en-US" dirty="0"/>
              <a:t>33pt Intel Clear Pro Headline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455613" y="1203325"/>
            <a:ext cx="8228012" cy="3425825"/>
          </a:xfrm>
        </p:spPr>
        <p:txBody>
          <a:bodyPr/>
          <a:lstStyle>
            <a:lvl1pPr>
              <a:defRPr>
                <a:solidFill>
                  <a:srgbClr val="0071C5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18pt Intel Clear body text</a:t>
            </a:r>
          </a:p>
          <a:p>
            <a:pPr lvl="1"/>
            <a:r>
              <a:rPr lang="en-US" dirty="0"/>
              <a:t>18pt Intel Clear bullet one</a:t>
            </a:r>
          </a:p>
          <a:p>
            <a:pPr lvl="2"/>
            <a:r>
              <a:rPr lang="en-US" dirty="0"/>
              <a:t>18pt Intel Clear sub-bullet</a:t>
            </a:r>
          </a:p>
          <a:p>
            <a:pPr lvl="3"/>
            <a:r>
              <a:rPr lang="en-US" dirty="0"/>
              <a:t>16pt Intel Clear fourth level</a:t>
            </a:r>
          </a:p>
          <a:p>
            <a:pPr lvl="4"/>
            <a:r>
              <a:rPr lang="en-US" dirty="0" err="1"/>
              <a:t>14pt</a:t>
            </a:r>
            <a:r>
              <a:rPr lang="en-US" dirty="0"/>
              <a:t> Intel Clear fifth level</a:t>
            </a:r>
          </a:p>
        </p:txBody>
      </p:sp>
    </p:spTree>
    <p:extLst>
      <p:ext uri="{BB962C8B-B14F-4D97-AF65-F5344CB8AC3E}">
        <p14:creationId xmlns:p14="http://schemas.microsoft.com/office/powerpoint/2010/main" val="3186082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4"/>
            <a:ext cx="4006851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8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830763" y="943430"/>
            <a:ext cx="3181123" cy="16709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sz="1800">
                <a:latin typeface="Intel Clear"/>
              </a:defRPr>
            </a:lvl1pPr>
          </a:lstStyle>
          <a:p>
            <a:endParaRPr lang="en-US" sz="1100" dirty="0">
              <a:latin typeface="Arial"/>
            </a:endParaRP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4830763" y="2843897"/>
            <a:ext cx="3181123" cy="16709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sz="1800">
                <a:latin typeface="Intel Clear"/>
              </a:defRPr>
            </a:lvl1pPr>
          </a:lstStyle>
          <a:p>
            <a:endParaRPr lang="en-US" sz="110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9493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4"/>
            <a:ext cx="4006851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678363" y="1203324"/>
            <a:ext cx="4005264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8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658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Attribu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5613" y="1203325"/>
            <a:ext cx="8228013" cy="3425825"/>
          </a:xfrm>
        </p:spPr>
        <p:txBody>
          <a:bodyPr anchor="ctr" anchorCtr="0"/>
          <a:lstStyle>
            <a:lvl1pPr marL="190500" indent="-190500">
              <a:defRPr sz="3600" b="1" baseline="0">
                <a:solidFill>
                  <a:schemeClr val="accent1"/>
                </a:solidFill>
                <a:latin typeface="+mn-lt"/>
                <a:cs typeface="Intel Clear"/>
              </a:defRPr>
            </a:lvl1pPr>
            <a:lvl2pPr marL="417513" indent="-225425">
              <a:buFont typeface="Intel Clear" pitchFamily="34" charset="0"/>
              <a:buChar char="–"/>
              <a:defRPr sz="1200" baseline="0">
                <a:latin typeface="+mn-lt"/>
                <a:cs typeface="Intel Clear" panose="020B0604020203020204" pitchFamily="34" charset="0"/>
              </a:defRPr>
            </a:lvl2pPr>
            <a:lvl3pPr marL="685800" indent="-228600">
              <a:buFont typeface="Intel Clear" pitchFamily="34" charset="0"/>
              <a:buChar char="–"/>
              <a:defRPr sz="1200">
                <a:latin typeface="+mn-lt"/>
              </a:defRPr>
            </a:lvl3pPr>
            <a:lvl4pPr>
              <a:buFont typeface="Intel Clear" pitchFamily="34" charset="0"/>
              <a:buChar char="–"/>
              <a:defRPr sz="1100">
                <a:latin typeface="+mn-lt"/>
              </a:defRPr>
            </a:lvl4pPr>
            <a:lvl5pPr>
              <a:buFont typeface="Intel Clear" pitchFamily="34" charset="0"/>
              <a:buChar char="–"/>
              <a:defRPr sz="1050">
                <a:latin typeface="+mn-lt"/>
              </a:defRPr>
            </a:lvl5pPr>
          </a:lstStyle>
          <a:p>
            <a:pPr lvl="0"/>
            <a:r>
              <a:rPr lang="en-US" dirty="0"/>
              <a:t>“36pt Intel Clear Bold Text”</a:t>
            </a:r>
          </a:p>
          <a:p>
            <a:pPr lvl="1"/>
            <a:r>
              <a:rPr lang="en-US" dirty="0" err="1"/>
              <a:t>12pt</a:t>
            </a:r>
            <a:r>
              <a:rPr lang="en-US" dirty="0"/>
              <a:t> Attribution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86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768850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758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Bottom 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2574131"/>
            <a:ext cx="9144000" cy="2194719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3" y="1203325"/>
            <a:ext cx="4006851" cy="130929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5" hasCustomPrompt="1"/>
          </p:nvPr>
        </p:nvSpPr>
        <p:spPr>
          <a:xfrm>
            <a:off x="4678363" y="1203325"/>
            <a:ext cx="4005264" cy="130929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1009487" y="4975795"/>
            <a:ext cx="1846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00" dirty="0">
              <a:solidFill>
                <a:schemeClr val="tx2"/>
              </a:solidFill>
              <a:cs typeface="Intel Clear"/>
            </a:endParaRPr>
          </a:p>
        </p:txBody>
      </p:sp>
      <p:sp>
        <p:nvSpPr>
          <p:cNvPr id="10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277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4678363" y="1"/>
            <a:ext cx="4465637" cy="4768849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4006850" cy="868680"/>
          </a:xfrm>
        </p:spPr>
        <p:txBody>
          <a:bodyPr>
            <a:noAutofit/>
          </a:bodyPr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</a:lstStyle>
          <a:p>
            <a:r>
              <a:rPr kumimoji="0" 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33pt Intel Clear Pro Headline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5614" y="1325244"/>
            <a:ext cx="4006850" cy="34258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>
                <a:solidFill>
                  <a:schemeClr val="tx2"/>
                </a:solidFill>
              </a:defRPr>
            </a:lvl2pPr>
            <a:lvl3pPr>
              <a:defRPr lang="en-US" sz="1400" dirty="0" smtClean="0">
                <a:solidFill>
                  <a:schemeClr val="tx2"/>
                </a:solidFill>
              </a:defRPr>
            </a:lvl3pPr>
            <a:lvl4pPr>
              <a:defRPr lang="en-US" sz="1200" dirty="0" smtClean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/>
              <a:t>18pt Intel Clear body text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 dirty="0"/>
              <a:t>16pt Intel Clear bullet one</a:t>
            </a:r>
          </a:p>
          <a:p>
            <a:pPr lvl="2"/>
            <a:r>
              <a:rPr lang="en-US" dirty="0" err="1"/>
              <a:t>14pt</a:t>
            </a:r>
            <a:r>
              <a:rPr lang="en-US" dirty="0"/>
              <a:t> Intel Clear third level</a:t>
            </a:r>
          </a:p>
          <a:p>
            <a:pPr lvl="3"/>
            <a:r>
              <a:rPr lang="en-US" dirty="0" err="1"/>
              <a:t>12pt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12pt</a:t>
            </a:r>
            <a:r>
              <a:rPr lang="en-US" dirty="0"/>
              <a:t> Intel Clear fifth level</a:t>
            </a:r>
          </a:p>
        </p:txBody>
      </p:sp>
    </p:spTree>
    <p:extLst>
      <p:ext uri="{BB962C8B-B14F-4D97-AF65-F5344CB8AC3E}">
        <p14:creationId xmlns:p14="http://schemas.microsoft.com/office/powerpoint/2010/main" val="2126613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tx2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white section break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baseline="0">
                <a:solidFill>
                  <a:schemeClr val="accent2"/>
                </a:solidFill>
                <a:latin typeface="+mn-lt"/>
                <a:cs typeface="Intel Clear" panose="020B0604020203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852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2_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83CB34-7304-ED41-AF00-05CDDF90D7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2875753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1A6966-524D-364A-9F32-0520C94D5D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415824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lue Section Break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109834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2234882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4000" b="0" baseline="0">
                <a:solidFill>
                  <a:schemeClr val="accent2"/>
                </a:solidFill>
                <a:latin typeface="Intel Clear"/>
                <a:ea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40pt Intel Clear Light Body.</a:t>
            </a:r>
            <a:br>
              <a:rPr lang="en-US" dirty="0"/>
            </a:br>
            <a:r>
              <a:rPr lang="en-US" dirty="0"/>
              <a:t>For content that is not a section, but has a big idea in text only.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1101794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4000" b="0" cap="none" spc="0" baseline="0">
                <a:solidFill>
                  <a:schemeClr val="tx2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40pt Intel Clear Heading</a:t>
            </a:r>
          </a:p>
        </p:txBody>
      </p:sp>
    </p:spTree>
    <p:extLst>
      <p:ext uri="{BB962C8B-B14F-4D97-AF65-F5344CB8AC3E}">
        <p14:creationId xmlns:p14="http://schemas.microsoft.com/office/powerpoint/2010/main" val="1070940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Section Break Image">
    <p:bg>
      <p:bgPr>
        <a:gradFill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2260088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>
                    <a:alpha val="90000"/>
                  </a:schemeClr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54pt Intel Clear Pro blue section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3348787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baseline="0">
                <a:solidFill>
                  <a:schemeClr val="accent3"/>
                </a:solidFill>
                <a:latin typeface="+mn-lt"/>
                <a:cs typeface="Intel Clear" panose="020B0604020203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9144000" cy="2574131"/>
          </a:xfrm>
          <a:solidFill>
            <a:schemeClr val="bg2">
              <a:lumMod val="60000"/>
              <a:lumOff val="40000"/>
            </a:schemeClr>
          </a:solidFill>
        </p:spPr>
        <p:txBody>
          <a:bodyPr/>
          <a:lstStyle>
            <a:lvl1pPr>
              <a:defRPr baseline="0">
                <a:solidFill>
                  <a:srgbClr val="0071C5"/>
                </a:solidFill>
              </a:defRPr>
            </a:lvl1pPr>
          </a:lstStyle>
          <a:p>
            <a:r>
              <a:rPr lang="en-US" dirty="0"/>
              <a:t>Insert photo here. Drag picture to placeholder or click icon to add.</a:t>
            </a:r>
          </a:p>
        </p:txBody>
      </p:sp>
    </p:spTree>
    <p:extLst>
      <p:ext uri="{BB962C8B-B14F-4D97-AF65-F5344CB8AC3E}">
        <p14:creationId xmlns:p14="http://schemas.microsoft.com/office/powerpoint/2010/main" val="2384580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6"/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0" i="0" baseline="0">
                <a:solidFill>
                  <a:schemeClr val="tx2"/>
                </a:solidFill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450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88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ack Cover Radial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\\.psf\Home\Desktop\Inte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7432" y="1875130"/>
            <a:ext cx="2108795" cy="138988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8015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ack Cover Radial Gradient">
    <p:bg>
      <p:bgPr>
        <a:gradFill flip="none" rotWithShape="1">
          <a:gsLst>
            <a:gs pos="32000">
              <a:schemeClr val="tx2"/>
            </a:gs>
            <a:gs pos="95000">
              <a:srgbClr val="009FDF"/>
            </a:gs>
            <a:gs pos="78000">
              <a:srgbClr val="0071C5"/>
            </a:gs>
          </a:gsLst>
          <a:lin ang="1986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t_experience_hrz_wht_rgb_300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8779" y="1874822"/>
            <a:ext cx="3646443" cy="151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963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43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42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24" Type="http://schemas.openxmlformats.org/officeDocument/2006/relationships/image" Target="../media/image1.jpg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41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Relationship Id="rId22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3BF46A5-D99E-714B-96C7-B8EACE0125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4"/>
          <a:srcRect t="92533"/>
          <a:stretch/>
        </p:blipFill>
        <p:spPr>
          <a:xfrm>
            <a:off x="0" y="4759452"/>
            <a:ext cx="9144000" cy="384048"/>
          </a:xfrm>
          <a:prstGeom prst="rect">
            <a:avLst/>
          </a:prstGeom>
        </p:spPr>
      </p:pic>
      <p:pic>
        <p:nvPicPr>
          <p:cNvPr id="11" name="Picture 2" descr="\\.psf\Home\Desktop\Intel.png"/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915" y="4830589"/>
            <a:ext cx="364336" cy="24013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/>
          <p:cNvCxnSpPr/>
          <p:nvPr/>
        </p:nvCxnSpPr>
        <p:spPr>
          <a:xfrm>
            <a:off x="8718551" y="4824510"/>
            <a:ext cx="2381" cy="237744"/>
          </a:xfrm>
          <a:prstGeom prst="line">
            <a:avLst/>
          </a:prstGeom>
          <a:ln w="9525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5613" y="310130"/>
            <a:ext cx="8229600" cy="8686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33pt Intel Clear Pro Headline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5613" y="1203325"/>
            <a:ext cx="8228012" cy="34258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18pt Intel Clear body text</a:t>
            </a:r>
          </a:p>
          <a:p>
            <a:pPr lvl="1"/>
            <a:r>
              <a:rPr lang="en-US" dirty="0"/>
              <a:t>16pt Intel Clear bullet one</a:t>
            </a:r>
          </a:p>
          <a:p>
            <a:pPr lvl="2"/>
            <a:r>
              <a:rPr lang="en-US" dirty="0"/>
              <a:t>16pt Intel Clear sub-bullet</a:t>
            </a:r>
          </a:p>
          <a:p>
            <a:pPr lvl="3"/>
            <a:r>
              <a:rPr lang="en-US" dirty="0" err="1"/>
              <a:t>14pt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14pt</a:t>
            </a:r>
            <a:r>
              <a:rPr lang="en-US" dirty="0"/>
              <a:t> Intel Clear 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2352" y="4824387"/>
            <a:ext cx="2133600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+mn-lt"/>
                <a:cs typeface="Intel Clear"/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C06F2D-A48C-414B-96E9-DB0F3CD67C4D}"/>
              </a:ext>
            </a:extLst>
          </p:cNvPr>
          <p:cNvSpPr txBox="1"/>
          <p:nvPr userDrawn="1"/>
        </p:nvSpPr>
        <p:spPr>
          <a:xfrm>
            <a:off x="455613" y="4809976"/>
            <a:ext cx="1263166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Scale Your Innovation</a:t>
            </a:r>
          </a:p>
        </p:txBody>
      </p:sp>
    </p:spTree>
    <p:extLst>
      <p:ext uri="{BB962C8B-B14F-4D97-AF65-F5344CB8AC3E}">
        <p14:creationId xmlns:p14="http://schemas.microsoft.com/office/powerpoint/2010/main" val="378622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7" r:id="rId2"/>
    <p:sldLayoutId id="2147483714" r:id="rId3"/>
    <p:sldLayoutId id="2147483715" r:id="rId4"/>
    <p:sldLayoutId id="2147483674" r:id="rId5"/>
    <p:sldLayoutId id="2147483650" r:id="rId6"/>
    <p:sldLayoutId id="2147483684" r:id="rId7"/>
    <p:sldLayoutId id="2147483652" r:id="rId8"/>
    <p:sldLayoutId id="2147483660" r:id="rId9"/>
    <p:sldLayoutId id="2147483668" r:id="rId10"/>
    <p:sldLayoutId id="2147483669" r:id="rId11"/>
    <p:sldLayoutId id="2147483670" r:id="rId12"/>
    <p:sldLayoutId id="2147483672" r:id="rId13"/>
    <p:sldLayoutId id="2147483690" r:id="rId14"/>
    <p:sldLayoutId id="2147483689" r:id="rId15"/>
    <p:sldLayoutId id="2147483651" r:id="rId16"/>
    <p:sldLayoutId id="2147483677" r:id="rId17"/>
    <p:sldLayoutId id="2147483665" r:id="rId18"/>
    <p:sldLayoutId id="2147483654" r:id="rId19"/>
    <p:sldLayoutId id="2147483655" r:id="rId20"/>
    <p:sldLayoutId id="2147483676" r:id="rId21"/>
    <p:sldLayoutId id="2147483681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457200" rtl="0" eaLnBrk="1" latinLnBrk="0" hangingPunct="1">
        <a:lnSpc>
          <a:spcPts val="3000"/>
        </a:lnSpc>
        <a:spcBef>
          <a:spcPct val="0"/>
        </a:spcBef>
        <a:buNone/>
        <a:defRPr sz="3300" b="0" i="0" kern="1200" spc="0" baseline="0">
          <a:solidFill>
            <a:schemeClr val="tx2"/>
          </a:solidFill>
          <a:latin typeface="Intel Clear Pro" panose="020B0804020202060201" pitchFamily="34" charset="77"/>
          <a:ea typeface="Intel Clear Pro" panose="020B0804020202060201" pitchFamily="34" charset="77"/>
          <a:cs typeface="Intel Clear Pro" panose="020B0804020202060201" pitchFamily="34" charset="77"/>
        </a:defRPr>
      </a:lvl1pPr>
    </p:titleStyle>
    <p:bodyStyle>
      <a:lvl1pPr marL="0" indent="0" algn="l" defTabSz="457200" rtl="0" eaLnBrk="1" latinLnBrk="0" hangingPunct="1">
        <a:spcBef>
          <a:spcPts val="1200"/>
        </a:spcBef>
        <a:spcAft>
          <a:spcPts val="0"/>
        </a:spcAft>
        <a:buFont typeface="Wingdings" panose="05000000000000000000" pitchFamily="2" charset="2"/>
        <a:buNone/>
        <a:defRPr sz="1800" b="0" kern="1200">
          <a:solidFill>
            <a:srgbClr val="0071C5"/>
          </a:solidFill>
          <a:latin typeface="+mn-lt"/>
          <a:ea typeface="+mn-ea"/>
          <a:cs typeface="Intel Clear" panose="020B0604020203020204" pitchFamily="34" charset="0"/>
        </a:defRPr>
      </a:lvl1pPr>
      <a:lvl2pPr marL="225425" indent="-225425" algn="l" defTabSz="457200" rtl="0" eaLnBrk="1" latinLnBrk="0" hangingPunct="1">
        <a:spcBef>
          <a:spcPts val="1200"/>
        </a:spcBef>
        <a:buFont typeface="Wingdings" charset="2"/>
        <a:buChar char="§"/>
        <a:defRPr sz="1600" kern="1200" baseline="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2pPr>
      <a:lvl3pPr marL="571500" indent="-228600" algn="l" defTabSz="457200" rtl="0" eaLnBrk="1" latinLnBrk="0" hangingPunct="1">
        <a:spcBef>
          <a:spcPts val="800"/>
        </a:spcBef>
        <a:buFont typeface="Intel Clear" panose="020B060402020302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3pPr>
      <a:lvl4pPr marL="969963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4pPr>
      <a:lvl5pPr marL="1319213" indent="-228600" algn="l" defTabSz="457200" rtl="0" eaLnBrk="1" latinLnBrk="0" hangingPunct="1">
        <a:spcBef>
          <a:spcPct val="20000"/>
        </a:spcBef>
        <a:buFont typeface="Intel Clear" panose="020B0604020203020204" pitchFamily="34" charset="0"/>
        <a:buChar char="–"/>
        <a:defRPr sz="14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B1CEF42-63D0-6F46-A408-1623CB42B5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4"/>
          <a:srcRect t="92533"/>
          <a:stretch/>
        </p:blipFill>
        <p:spPr>
          <a:xfrm>
            <a:off x="0" y="4759452"/>
            <a:ext cx="9144000" cy="384048"/>
          </a:xfrm>
          <a:prstGeom prst="rect">
            <a:avLst/>
          </a:prstGeom>
        </p:spPr>
      </p:pic>
      <p:pic>
        <p:nvPicPr>
          <p:cNvPr id="11" name="Picture 2" descr="\\.psf\Home\Desktop\Intel.png"/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915" y="4830589"/>
            <a:ext cx="364336" cy="24013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/>
          <p:cNvCxnSpPr/>
          <p:nvPr/>
        </p:nvCxnSpPr>
        <p:spPr>
          <a:xfrm>
            <a:off x="8718551" y="4824510"/>
            <a:ext cx="2381" cy="237744"/>
          </a:xfrm>
          <a:prstGeom prst="line">
            <a:avLst/>
          </a:prstGeom>
          <a:ln w="9525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5613" y="310130"/>
            <a:ext cx="8229600" cy="8686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33pt Intel Clear Pro Headline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5613" y="1203325"/>
            <a:ext cx="8228012" cy="34258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18pt Intel Clear body text</a:t>
            </a:r>
          </a:p>
          <a:p>
            <a:pPr lvl="1"/>
            <a:r>
              <a:rPr lang="en-US" dirty="0"/>
              <a:t>16pt Intel Clear bullet one</a:t>
            </a:r>
          </a:p>
          <a:p>
            <a:pPr lvl="2"/>
            <a:r>
              <a:rPr lang="en-US" dirty="0"/>
              <a:t>16pt Intel Clear sub-bullet</a:t>
            </a:r>
          </a:p>
          <a:p>
            <a:pPr lvl="3"/>
            <a:r>
              <a:rPr lang="en-US" dirty="0" err="1"/>
              <a:t>14pt</a:t>
            </a:r>
            <a:r>
              <a:rPr lang="en-US" dirty="0"/>
              <a:t> Intel Clear fourth level</a:t>
            </a:r>
          </a:p>
          <a:p>
            <a:pPr lvl="4"/>
            <a:r>
              <a:rPr lang="en-US" dirty="0" err="1"/>
              <a:t>14pt</a:t>
            </a:r>
            <a:r>
              <a:rPr lang="en-US" dirty="0"/>
              <a:t> Intel Clear 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2352" y="4824387"/>
            <a:ext cx="2133600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+mn-lt"/>
                <a:cs typeface="Intel Clear"/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DB9911-7C11-FF44-91CB-947A6460653E}"/>
              </a:ext>
            </a:extLst>
          </p:cNvPr>
          <p:cNvSpPr txBox="1"/>
          <p:nvPr userDrawn="1"/>
        </p:nvSpPr>
        <p:spPr>
          <a:xfrm>
            <a:off x="455613" y="4809976"/>
            <a:ext cx="2678618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Intel Clear Pro" panose="020B0804020202060201" pitchFamily="34" charset="77"/>
                <a:ea typeface="Intel Clear Pro" panose="020B0804020202060201" pitchFamily="34" charset="77"/>
                <a:cs typeface="Intel Clear Pro" panose="020B0804020202060201" pitchFamily="34" charset="77"/>
              </a:rPr>
              <a:t>One Platform for the Intersection of AI and HPC</a:t>
            </a:r>
          </a:p>
        </p:txBody>
      </p:sp>
    </p:spTree>
    <p:extLst>
      <p:ext uri="{BB962C8B-B14F-4D97-AF65-F5344CB8AC3E}">
        <p14:creationId xmlns:p14="http://schemas.microsoft.com/office/powerpoint/2010/main" val="2436938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716" r:id="rId3"/>
    <p:sldLayoutId id="2147483717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457200" rtl="0" eaLnBrk="1" latinLnBrk="0" hangingPunct="1">
        <a:lnSpc>
          <a:spcPts val="3000"/>
        </a:lnSpc>
        <a:spcBef>
          <a:spcPct val="0"/>
        </a:spcBef>
        <a:buNone/>
        <a:defRPr sz="3300" b="0" i="0" kern="1200" spc="0" baseline="0">
          <a:solidFill>
            <a:schemeClr val="tx2"/>
          </a:solidFill>
          <a:latin typeface="Intel Clear Pro" panose="020B0804020202060201" pitchFamily="34" charset="77"/>
          <a:ea typeface="Intel Clear Pro" panose="020B0804020202060201" pitchFamily="34" charset="77"/>
          <a:cs typeface="Intel Clear Pro" panose="020B0804020202060201" pitchFamily="34" charset="77"/>
        </a:defRPr>
      </a:lvl1pPr>
    </p:titleStyle>
    <p:bodyStyle>
      <a:lvl1pPr marL="0" indent="0" algn="l" defTabSz="457200" rtl="0" eaLnBrk="1" latinLnBrk="0" hangingPunct="1">
        <a:spcBef>
          <a:spcPts val="1200"/>
        </a:spcBef>
        <a:spcAft>
          <a:spcPts val="0"/>
        </a:spcAft>
        <a:buFont typeface="Wingdings" panose="05000000000000000000" pitchFamily="2" charset="2"/>
        <a:buNone/>
        <a:defRPr sz="1800" b="0" kern="1200">
          <a:solidFill>
            <a:srgbClr val="0071C5"/>
          </a:solidFill>
          <a:latin typeface="+mn-lt"/>
          <a:ea typeface="+mn-ea"/>
          <a:cs typeface="Intel Clear" panose="020B0604020203020204" pitchFamily="34" charset="0"/>
        </a:defRPr>
      </a:lvl1pPr>
      <a:lvl2pPr marL="225425" indent="-225425" algn="l" defTabSz="457200" rtl="0" eaLnBrk="1" latinLnBrk="0" hangingPunct="1">
        <a:spcBef>
          <a:spcPts val="1200"/>
        </a:spcBef>
        <a:buFont typeface="Wingdings" charset="2"/>
        <a:buChar char="§"/>
        <a:defRPr sz="1600" kern="1200" baseline="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2pPr>
      <a:lvl3pPr marL="571500" indent="-228600" algn="l" defTabSz="457200" rtl="0" eaLnBrk="1" latinLnBrk="0" hangingPunct="1">
        <a:spcBef>
          <a:spcPts val="800"/>
        </a:spcBef>
        <a:buFont typeface="Intel Clear" panose="020B060402020302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3pPr>
      <a:lvl4pPr marL="969963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4pPr>
      <a:lvl5pPr marL="1319213" indent="-228600" algn="l" defTabSz="457200" rtl="0" eaLnBrk="1" latinLnBrk="0" hangingPunct="1">
        <a:spcBef>
          <a:spcPct val="20000"/>
        </a:spcBef>
        <a:buFont typeface="Intel Clear" panose="020B0604020203020204" pitchFamily="34" charset="0"/>
        <a:buChar char="–"/>
        <a:defRPr sz="1400" kern="1200">
          <a:solidFill>
            <a:schemeClr val="tx2"/>
          </a:solidFill>
          <a:latin typeface="+mn-lt"/>
          <a:ea typeface="+mn-ea"/>
          <a:cs typeface="Intel Clear" panose="020B0604020203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5" Type="http://schemas.openxmlformats.org/officeDocument/2006/relationships/image" Target="../media/image19.jpe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IEEE_802.11" TargetMode="External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en.wikipedia.org/wiki/Internet" TargetMode="External"/><Relationship Id="rId4" Type="http://schemas.openxmlformats.org/officeDocument/2006/relationships/hyperlink" Target="https://en.wikipedia.org/wiki/Wireless_LAN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41.jpe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://192.168.14.1/" TargetMode="External"/><Relationship Id="rId2" Type="http://schemas.openxmlformats.org/officeDocument/2006/relationships/hyperlink" Target="http://esp32.local/" TargetMode="Externa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g"/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9.jpg"/><Relationship Id="rId4" Type="http://schemas.openxmlformats.org/officeDocument/2006/relationships/image" Target="../media/image68.jp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1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1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1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1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jpeg"/><Relationship Id="rId1" Type="http://schemas.openxmlformats.org/officeDocument/2006/relationships/slideLayout" Target="../slideLayouts/slideLayout18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e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FAF33-66AC-4A4D-911B-84C4FCD6BB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9719" y="3191692"/>
            <a:ext cx="8212886" cy="1102519"/>
          </a:xfrm>
        </p:spPr>
        <p:txBody>
          <a:bodyPr/>
          <a:lstStyle/>
          <a:p>
            <a:r>
              <a:rPr lang="en-US" dirty="0"/>
              <a:t>intel’s makers community</a:t>
            </a:r>
            <a:br>
              <a:rPr lang="en-US" dirty="0"/>
            </a:br>
            <a:r>
              <a:rPr lang="en-US" dirty="0"/>
              <a:t>ESP32 for advanced makers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984B77-B6A3-E84D-97B0-DCAFA66C43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Gil Tal.</a:t>
            </a:r>
          </a:p>
          <a:p>
            <a:r>
              <a:rPr lang="en-US" dirty="0"/>
              <a:t>Sep 2022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8276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E3C6D0A-8B55-9345-B774-BED156D93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2260088"/>
            <a:ext cx="7772400" cy="1021556"/>
          </a:xfr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b">
            <a:normAutofit/>
          </a:bodyPr>
          <a:lstStyle/>
          <a:p>
            <a:r>
              <a:rPr lang="en-US" dirty="0"/>
              <a:t>My targets for this course</a:t>
            </a:r>
          </a:p>
        </p:txBody>
      </p:sp>
      <p:sp>
        <p:nvSpPr>
          <p:cNvPr id="1031" name="Content Placeholder 2">
            <a:extLst>
              <a:ext uri="{FF2B5EF4-FFF2-40B4-BE49-F238E27FC236}">
                <a16:creationId xmlns:a16="http://schemas.microsoft.com/office/drawing/2014/main" id="{CD832F82-3100-A239-B565-C0C7957D2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5613" y="3348787"/>
            <a:ext cx="7772400" cy="1645500"/>
          </a:xfr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Takes us few steps upwards from the standard Arduino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Get to know the ESP32 micro controllers' family and their great features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1B6FE7F-5CB1-4101-8430-12E6EB6E07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8922" b="17092"/>
          <a:stretch/>
        </p:blipFill>
        <p:spPr>
          <a:xfrm>
            <a:off x="20" y="1"/>
            <a:ext cx="9143980" cy="2574131"/>
          </a:xfrm>
          <a:prstGeom prst="rect">
            <a:avLst/>
          </a:prstGeom>
          <a:noFill/>
        </p:spPr>
      </p:pic>
      <p:sp>
        <p:nvSpPr>
          <p:cNvPr id="2" name="Slide Number Placeholder 1" hidden="1">
            <a:extLst>
              <a:ext uri="{FF2B5EF4-FFF2-40B4-BE49-F238E27FC236}">
                <a16:creationId xmlns:a16="http://schemas.microsoft.com/office/drawing/2014/main" id="{E934EB1A-2475-5B44-BD4D-BDC457630A0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872352" y="4824387"/>
            <a:ext cx="2133600" cy="273844"/>
          </a:xfrm>
        </p:spPr>
        <p:txBody>
          <a:bodyPr anchor="ctr">
            <a:norm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EE2556C5-CE8C-6547-B838-EA80C61A4A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ntel Clear"/>
                <a:ea typeface="+mn-ea"/>
                <a:cs typeface="Intel Clear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l Clear"/>
              <a:ea typeface="+mn-ea"/>
              <a:cs typeface="Intel Clear"/>
            </a:endParaRPr>
          </a:p>
        </p:txBody>
      </p:sp>
    </p:spTree>
    <p:extLst>
      <p:ext uri="{BB962C8B-B14F-4D97-AF65-F5344CB8AC3E}">
        <p14:creationId xmlns:p14="http://schemas.microsoft.com/office/powerpoint/2010/main" val="2584653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7D6DAA-652C-440C-B21F-CE54D2B80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E2556C5-CE8C-6547-B838-EA80C61A4AF7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6E29C01-0DFE-4F7A-83CF-74034D50B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868680"/>
          </a:xfrm>
        </p:spPr>
        <p:txBody>
          <a:bodyPr anchor="t">
            <a:normAutofit/>
          </a:bodyPr>
          <a:lstStyle/>
          <a:p>
            <a:r>
              <a:rPr lang="en-US" dirty="0"/>
              <a:t>Agenda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53B56219-CF8D-7F39-0E60-0529C1E9BAEC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852967957"/>
              </p:ext>
            </p:extLst>
          </p:nvPr>
        </p:nvGraphicFramePr>
        <p:xfrm>
          <a:off x="455613" y="1203325"/>
          <a:ext cx="8228012" cy="34258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21558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E3C6D0A-8B55-9345-B774-BED156D93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2260088"/>
            <a:ext cx="7772400" cy="1021556"/>
          </a:xfr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b">
            <a:normAutofit/>
          </a:bodyPr>
          <a:lstStyle/>
          <a:p>
            <a:r>
              <a:rPr lang="en-US"/>
              <a:t>What is an ESP32?</a:t>
            </a:r>
          </a:p>
        </p:txBody>
      </p:sp>
      <p:sp>
        <p:nvSpPr>
          <p:cNvPr id="1031" name="Content Placeholder 2">
            <a:extLst>
              <a:ext uri="{FF2B5EF4-FFF2-40B4-BE49-F238E27FC236}">
                <a16:creationId xmlns:a16="http://schemas.microsoft.com/office/drawing/2014/main" id="{CD832F82-3100-A239-B565-C0C7957D2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5613" y="3348787"/>
            <a:ext cx="7772400" cy="1645500"/>
          </a:xfr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t">
            <a:normAutofit/>
          </a:bodyPr>
          <a:lstStyle/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Highly advanced micro controller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Targeted at IOT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Supported by Arduino SDK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Low cost (2.5$ - 4$)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 err="1"/>
              <a:t>WiFi</a:t>
            </a:r>
            <a:r>
              <a:rPr lang="en-US" sz="1200" dirty="0"/>
              <a:t> and Bluetooth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1B6FE7F-5CB1-4101-8430-12E6EB6E07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8922" b="17092"/>
          <a:stretch/>
        </p:blipFill>
        <p:spPr>
          <a:xfrm>
            <a:off x="20" y="1"/>
            <a:ext cx="9143980" cy="2574131"/>
          </a:xfrm>
          <a:prstGeom prst="rect">
            <a:avLst/>
          </a:prstGeom>
          <a:noFill/>
        </p:spPr>
      </p:pic>
      <p:sp>
        <p:nvSpPr>
          <p:cNvPr id="2" name="Slide Number Placeholder 1" hidden="1">
            <a:extLst>
              <a:ext uri="{FF2B5EF4-FFF2-40B4-BE49-F238E27FC236}">
                <a16:creationId xmlns:a16="http://schemas.microsoft.com/office/drawing/2014/main" id="{E934EB1A-2475-5B44-BD4D-BDC457630A0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872352" y="4824387"/>
            <a:ext cx="2133600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E2556C5-CE8C-6547-B838-EA80C61A4AF7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878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3BAA111-B3B8-44D3-8D6D-FB4FC9A47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7648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338C45-5E75-438A-A5D4-ECCB409FC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463" y="173936"/>
            <a:ext cx="4465637" cy="4420979"/>
          </a:xfrm>
          <a:prstGeom prst="rect">
            <a:avLst/>
          </a:prstGeo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A6FAD67-4A80-4D7A-BF14-3FA60279C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3192012" cy="345140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t">
            <a:normAutofit fontScale="90000"/>
          </a:bodyPr>
          <a:lstStyle/>
          <a:p>
            <a:pPr algn="ctr"/>
            <a:r>
              <a:rPr lang="en-US" sz="3300" dirty="0">
                <a:solidFill>
                  <a:srgbClr val="003C71"/>
                </a:solidFill>
              </a:rPr>
              <a:t>Main features …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FC3174-FC1C-46FD-9FA8-F0CAE7F2F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E2556C5-CE8C-6547-B838-EA80C61A4AF7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57CD4-18F2-432F-B907-FE65C62351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9283" y="807997"/>
            <a:ext cx="4006850" cy="3890356"/>
          </a:xfr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 fontScale="92500" lnSpcReduction="10000"/>
          </a:bodyPr>
          <a:lstStyle/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Dual-core </a:t>
            </a:r>
            <a:r>
              <a:rPr lang="en-US" sz="1400" dirty="0" err="1"/>
              <a:t>XTensa</a:t>
            </a:r>
            <a:r>
              <a:rPr lang="en-US" sz="1400" dirty="0"/>
              <a:t> LX7 @ 240 MHz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Wi-Fi + Bluetooth 5 (LE)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Rich Set of IO Peripherals</a:t>
            </a:r>
          </a:p>
          <a:p>
            <a:pPr marL="511175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SPI, I2C, I2S, Camera, LCD, 45 IOs, SD 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Ultra-low-power (ULP) core 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 err="1"/>
              <a:t>FreeRTOS</a:t>
            </a:r>
            <a:r>
              <a:rPr lang="en-US" sz="1400" dirty="0"/>
              <a:t> OS</a:t>
            </a:r>
          </a:p>
          <a:p>
            <a:pPr marL="511175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Multi tasks, Queues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AI Acceleration Support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OTA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File System + EEPROM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384KB SRAM , up to 8MB SPI-</a:t>
            </a:r>
            <a:r>
              <a:rPr lang="en-US" sz="1400" b="1" dirty="0"/>
              <a:t>RAM</a:t>
            </a:r>
            <a:r>
              <a:rPr lang="en-US" sz="1400" dirty="0"/>
              <a:t>,  up to 32MB flash memory (Programs + file system)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Touch sensor pins</a:t>
            </a:r>
          </a:p>
        </p:txBody>
      </p:sp>
    </p:spTree>
    <p:extLst>
      <p:ext uri="{BB962C8B-B14F-4D97-AF65-F5344CB8AC3E}">
        <p14:creationId xmlns:p14="http://schemas.microsoft.com/office/powerpoint/2010/main" val="27973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CD913C94-2190-4C60-B989-AB8E563A4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3251"/>
            <a:ext cx="9144000" cy="482155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FEA049-9ED6-47B6-B719-7A78E060C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687C4A-70CC-43E7-AA18-924A96E34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5352" y="1844368"/>
            <a:ext cx="997001" cy="8826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5FFC91-67BD-4E06-9D02-C5C25AF2E7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178" y="665825"/>
            <a:ext cx="933498" cy="106050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8CF5967-9E8B-43AC-BD40-B86A9CF22F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2539" y="2883504"/>
            <a:ext cx="939848" cy="9207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C16BE5E-1664-47ED-9B7D-A762A30AAE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0432" y="2462216"/>
            <a:ext cx="869995" cy="86364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56404D6-DFE5-41C9-8BF5-E82A054E1D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7357" y="1299850"/>
            <a:ext cx="1301817" cy="889046"/>
          </a:xfrm>
          <a:prstGeom prst="rect">
            <a:avLst/>
          </a:prstGeom>
        </p:spPr>
      </p:pic>
      <p:sp>
        <p:nvSpPr>
          <p:cNvPr id="23" name="Title 3">
            <a:extLst>
              <a:ext uri="{FF2B5EF4-FFF2-40B4-BE49-F238E27FC236}">
                <a16:creationId xmlns:a16="http://schemas.microsoft.com/office/drawing/2014/main" id="{213AA05F-81CF-4E3F-97F5-A32E2D0DCF47}"/>
              </a:ext>
            </a:extLst>
          </p:cNvPr>
          <p:cNvSpPr txBox="1">
            <a:spLocks/>
          </p:cNvSpPr>
          <p:nvPr/>
        </p:nvSpPr>
        <p:spPr>
          <a:xfrm>
            <a:off x="2435352" y="288160"/>
            <a:ext cx="3192012" cy="34514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R="0" indent="0" algn="ctr" fontAlgn="auto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spc="0" baseline="0">
                <a:solidFill>
                  <a:schemeClr val="tx2"/>
                </a:solidFill>
                <a:latin typeface="Intel Clear"/>
                <a:cs typeface="Intel Clear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000" dirty="0"/>
              <a:t>The whole family</a:t>
            </a:r>
          </a:p>
        </p:txBody>
      </p:sp>
    </p:spTree>
    <p:extLst>
      <p:ext uri="{BB962C8B-B14F-4D97-AF65-F5344CB8AC3E}">
        <p14:creationId xmlns:p14="http://schemas.microsoft.com/office/powerpoint/2010/main" val="108647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A55ADEF3-8558-4729-A817-0F918319F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473" y="0"/>
            <a:ext cx="9180473" cy="47584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1593712-B70B-432F-8ADE-FB6D203B3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13" y="1423988"/>
            <a:ext cx="1824038" cy="29829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4A6A906-F012-4964-AC91-2E97CAECE7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4263" y="1423988"/>
            <a:ext cx="1985963" cy="1671638"/>
          </a:xfrm>
          <a:prstGeom prst="rect">
            <a:avLst/>
          </a:prstGeom>
        </p:spPr>
      </p:pic>
      <p:pic>
        <p:nvPicPr>
          <p:cNvPr id="16" name="Picture 2" descr="Espcopter - YouTube">
            <a:extLst>
              <a:ext uri="{FF2B5EF4-FFF2-40B4-BE49-F238E27FC236}">
                <a16:creationId xmlns:a16="http://schemas.microsoft.com/office/drawing/2014/main" id="{88CE99C3-ED54-4482-BF88-DD14F727F3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4838" y="1423988"/>
            <a:ext cx="2270125" cy="1671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6D3C175-20D7-45CD-870B-615C736FFC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9575" y="1423988"/>
            <a:ext cx="1920875" cy="1671638"/>
          </a:xfrm>
          <a:prstGeom prst="rect">
            <a:avLst/>
          </a:prstGeom>
        </p:spPr>
      </p:pic>
      <p:pic>
        <p:nvPicPr>
          <p:cNvPr id="14" name="Picture 6" descr="Robot Zero One - Posts | Facebook">
            <a:extLst>
              <a:ext uri="{FF2B5EF4-FFF2-40B4-BE49-F238E27FC236}">
                <a16:creationId xmlns:a16="http://schemas.microsoft.com/office/drawing/2014/main" id="{A89FF718-1181-4F0F-90A7-14A2E2CFE9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263" y="3170238"/>
            <a:ext cx="2320925" cy="123666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B651753-B2F3-4029-B429-43ADAED96E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49800" y="3170238"/>
            <a:ext cx="1455738" cy="123666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5F7DCB2-E79E-4FF4-B587-D0EB3628E0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0150" y="3170238"/>
            <a:ext cx="2400300" cy="123666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1E3088-55C1-4616-8107-A5AA40D09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E2556C5-CE8C-6547-B838-EA80C61A4AF7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59240C-D0E5-4161-BB2E-EE5ADEED43AE}"/>
              </a:ext>
            </a:extLst>
          </p:cNvPr>
          <p:cNvSpPr txBox="1"/>
          <p:nvPr/>
        </p:nvSpPr>
        <p:spPr>
          <a:xfrm>
            <a:off x="2116530" y="181750"/>
            <a:ext cx="5117315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200" dirty="0">
                <a:solidFill>
                  <a:srgbClr val="003C71"/>
                </a:solidFill>
              </a:rPr>
              <a:t>Some cool projects</a:t>
            </a:r>
          </a:p>
        </p:txBody>
      </p:sp>
    </p:spTree>
    <p:extLst>
      <p:ext uri="{BB962C8B-B14F-4D97-AF65-F5344CB8AC3E}">
        <p14:creationId xmlns:p14="http://schemas.microsoft.com/office/powerpoint/2010/main" val="4140872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CD3B54-5116-4D3A-9821-40A555A05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1F314E-F06D-4E47-9B2B-A30E6651A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53717"/>
          </a:xfrm>
        </p:spPr>
        <p:txBody>
          <a:bodyPr/>
          <a:lstStyle/>
          <a:p>
            <a:r>
              <a:rPr lang="en-US" dirty="0"/>
              <a:t>Device driver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FBC49B-D9C6-4F23-8F8D-461194E2C6C2}"/>
              </a:ext>
            </a:extLst>
          </p:cNvPr>
          <p:cNvSpPr/>
          <p:nvPr/>
        </p:nvSpPr>
        <p:spPr>
          <a:xfrm>
            <a:off x="1834797" y="887419"/>
            <a:ext cx="1472034" cy="1546986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Micro Controller</a:t>
            </a:r>
          </a:p>
          <a:p>
            <a:pPr algn="ctr"/>
            <a:r>
              <a:rPr lang="en-US" dirty="0"/>
              <a:t>(ESP32)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8F8C39-B7E2-4899-8772-DBAFB475AAB1}"/>
              </a:ext>
            </a:extLst>
          </p:cNvPr>
          <p:cNvSpPr/>
          <p:nvPr/>
        </p:nvSpPr>
        <p:spPr>
          <a:xfrm>
            <a:off x="5468412" y="887418"/>
            <a:ext cx="1472034" cy="1546986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Device</a:t>
            </a:r>
          </a:p>
          <a:p>
            <a:pPr algn="ctr"/>
            <a:r>
              <a:rPr lang="en-US" dirty="0"/>
              <a:t>(LCD for Example)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76FA37-30A9-42FB-8B73-62C383ADA2B4}"/>
              </a:ext>
            </a:extLst>
          </p:cNvPr>
          <p:cNvSpPr/>
          <p:nvPr/>
        </p:nvSpPr>
        <p:spPr>
          <a:xfrm>
            <a:off x="3431249" y="887419"/>
            <a:ext cx="1912745" cy="1546986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Enable us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Utilize the device’s capabilities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Initialize the device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3F971A-D1FA-4F31-A253-8AA5628EC4B8}"/>
              </a:ext>
            </a:extLst>
          </p:cNvPr>
          <p:cNvSpPr txBox="1"/>
          <p:nvPr/>
        </p:nvSpPr>
        <p:spPr>
          <a:xfrm>
            <a:off x="3431248" y="572833"/>
            <a:ext cx="1912745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dirty="0"/>
              <a:t>Device Driver</a:t>
            </a:r>
          </a:p>
          <a:p>
            <a:pPr algn="ctr"/>
            <a:endParaRPr lang="en-US" dirty="0" err="1">
              <a:solidFill>
                <a:srgbClr val="003C7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0C1D73-7917-4CD7-9C4F-F366B0103A84}"/>
              </a:ext>
            </a:extLst>
          </p:cNvPr>
          <p:cNvSpPr txBox="1"/>
          <p:nvPr/>
        </p:nvSpPr>
        <p:spPr>
          <a:xfrm>
            <a:off x="3431248" y="3113241"/>
            <a:ext cx="1912745" cy="83099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dirty="0"/>
              <a:t>Device Driver</a:t>
            </a:r>
          </a:p>
          <a:p>
            <a:pPr algn="ctr"/>
            <a:r>
              <a:rPr lang="en-US" dirty="0"/>
              <a:t>SW structure</a:t>
            </a:r>
          </a:p>
          <a:p>
            <a:pPr algn="ctr"/>
            <a:endParaRPr lang="en-US" dirty="0" err="1">
              <a:solidFill>
                <a:srgbClr val="003C7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B4AFAC-D758-42B1-9C41-03280211D87D}"/>
              </a:ext>
            </a:extLst>
          </p:cNvPr>
          <p:cNvSpPr/>
          <p:nvPr/>
        </p:nvSpPr>
        <p:spPr>
          <a:xfrm>
            <a:off x="3431248" y="3729553"/>
            <a:ext cx="1866277" cy="311795"/>
          </a:xfrm>
          <a:prstGeom prst="rect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D07EA7-B1A9-44CA-9084-73D3E8209A1B}"/>
              </a:ext>
            </a:extLst>
          </p:cNvPr>
          <p:cNvSpPr/>
          <p:nvPr/>
        </p:nvSpPr>
        <p:spPr>
          <a:xfrm>
            <a:off x="3431248" y="4041348"/>
            <a:ext cx="1866277" cy="311795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API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BB57E3-D2D3-4B86-BB08-50EDA5C45D70}"/>
              </a:ext>
            </a:extLst>
          </p:cNvPr>
          <p:cNvSpPr txBox="1"/>
          <p:nvPr/>
        </p:nvSpPr>
        <p:spPr>
          <a:xfrm>
            <a:off x="5375474" y="3800811"/>
            <a:ext cx="1912745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 dirty="0">
                <a:solidFill>
                  <a:srgbClr val="003C71"/>
                </a:solidFill>
              </a:rPr>
              <a:t>H</a:t>
            </a:r>
            <a:r>
              <a:rPr lang="en-US" sz="1100" dirty="0">
                <a:solidFill>
                  <a:srgbClr val="003C71"/>
                </a:solidFill>
              </a:rPr>
              <a:t>ardware </a:t>
            </a:r>
            <a:r>
              <a:rPr lang="en-US" sz="1100" b="1" dirty="0">
                <a:solidFill>
                  <a:srgbClr val="003C71"/>
                </a:solidFill>
              </a:rPr>
              <a:t>A</a:t>
            </a:r>
            <a:r>
              <a:rPr lang="en-US" sz="1100" dirty="0">
                <a:solidFill>
                  <a:srgbClr val="003C71"/>
                </a:solidFill>
              </a:rPr>
              <a:t>bstraction </a:t>
            </a:r>
            <a:r>
              <a:rPr lang="en-US" sz="1100" b="1" dirty="0">
                <a:solidFill>
                  <a:srgbClr val="003C71"/>
                </a:solidFill>
              </a:rPr>
              <a:t>L</a:t>
            </a:r>
            <a:r>
              <a:rPr lang="en-US" sz="1100" dirty="0">
                <a:solidFill>
                  <a:srgbClr val="003C71"/>
                </a:solidFill>
              </a:rPr>
              <a:t>ayer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763E13-E17E-4DA0-BCB8-EB9DFEEE3377}"/>
              </a:ext>
            </a:extLst>
          </p:cNvPr>
          <p:cNvSpPr txBox="1"/>
          <p:nvPr/>
        </p:nvSpPr>
        <p:spPr>
          <a:xfrm>
            <a:off x="5375474" y="4011369"/>
            <a:ext cx="2344461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 dirty="0">
                <a:solidFill>
                  <a:srgbClr val="003C71"/>
                </a:solidFill>
              </a:rPr>
              <a:t>A</a:t>
            </a:r>
            <a:r>
              <a:rPr lang="en-US" sz="1100" dirty="0">
                <a:solidFill>
                  <a:srgbClr val="003C71"/>
                </a:solidFill>
              </a:rPr>
              <a:t>pplication</a:t>
            </a:r>
            <a:r>
              <a:rPr lang="en-US" dirty="0"/>
              <a:t> </a:t>
            </a:r>
            <a:r>
              <a:rPr lang="en-US" sz="1100" b="1" dirty="0">
                <a:solidFill>
                  <a:srgbClr val="003C71"/>
                </a:solidFill>
              </a:rPr>
              <a:t>P</a:t>
            </a:r>
            <a:r>
              <a:rPr lang="en-US" sz="1100" dirty="0">
                <a:solidFill>
                  <a:srgbClr val="003C71"/>
                </a:solidFill>
              </a:rPr>
              <a:t>rogramming </a:t>
            </a:r>
            <a:r>
              <a:rPr lang="en-US" sz="1100" b="1" dirty="0">
                <a:solidFill>
                  <a:srgbClr val="003C71"/>
                </a:solidFill>
              </a:rPr>
              <a:t>I</a:t>
            </a:r>
            <a:r>
              <a:rPr lang="en-US" sz="1100" dirty="0">
                <a:solidFill>
                  <a:srgbClr val="003C71"/>
                </a:solidFill>
              </a:rPr>
              <a:t>nterface</a:t>
            </a:r>
          </a:p>
        </p:txBody>
      </p:sp>
    </p:spTree>
    <p:extLst>
      <p:ext uri="{BB962C8B-B14F-4D97-AF65-F5344CB8AC3E}">
        <p14:creationId xmlns:p14="http://schemas.microsoft.com/office/powerpoint/2010/main" val="2759731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D8892E-8CF3-4C15-9812-0758BB6B6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E2556C5-CE8C-6547-B838-EA80C61A4AF7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37AF43-7DD7-4211-9560-6D51ACE813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877" y="743188"/>
            <a:ext cx="4492123" cy="3915264"/>
          </a:xfrm>
        </p:spPr>
        <p:txBody>
          <a:bodyPr>
            <a:normAutofit/>
          </a:bodyPr>
          <a:lstStyle/>
          <a:p>
            <a:pPr marL="285750" indent="-285750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When using a driver for the first time:</a:t>
            </a:r>
          </a:p>
          <a:p>
            <a:pPr marL="511175" lvl="1" indent="-285750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71C5"/>
                </a:solidFill>
              </a:rPr>
              <a:t>We need to place the driver in the library Arduino folder</a:t>
            </a:r>
          </a:p>
          <a:p>
            <a:pPr marL="511175" lvl="1" indent="-285750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71C5"/>
                </a:solidFill>
              </a:rPr>
              <a:t>We might need to do a small porting or adaptations </a:t>
            </a:r>
          </a:p>
          <a:p>
            <a:pPr marL="285750" indent="-285750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Types of adaptions we might face:</a:t>
            </a:r>
          </a:p>
          <a:p>
            <a:pPr marL="511175" lvl="1" indent="-285750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71C5"/>
                </a:solidFill>
              </a:rPr>
              <a:t>The simplest one is just providing basic parameters such as:</a:t>
            </a:r>
          </a:p>
          <a:p>
            <a:pPr marL="857250" lvl="2" indent="-285750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71C5"/>
                </a:solidFill>
              </a:rPr>
              <a:t>I\O pins mapping</a:t>
            </a:r>
          </a:p>
          <a:p>
            <a:pPr marL="857250" lvl="2" indent="-285750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71C5"/>
                </a:solidFill>
              </a:rPr>
              <a:t>I2C address </a:t>
            </a:r>
          </a:p>
          <a:p>
            <a:pPr marL="857250" lvl="2" indent="-285750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71C5"/>
                </a:solidFill>
              </a:rPr>
              <a:t>Unit index (in case we have multiple instances of the same unit)</a:t>
            </a:r>
          </a:p>
          <a:p>
            <a:pPr marL="511175" lvl="1" indent="-285750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71C5"/>
                </a:solidFill>
              </a:rPr>
              <a:t>Next will need a background task or an interrupt service routine</a:t>
            </a:r>
          </a:p>
          <a:p>
            <a:pPr marL="857250" lvl="2" indent="-285750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71C5"/>
                </a:solidFill>
              </a:rPr>
              <a:t>In most cases an example is provided</a:t>
            </a:r>
          </a:p>
          <a:p>
            <a:pPr marL="511175" lvl="1" indent="-285750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71C5"/>
                </a:solidFill>
              </a:rPr>
              <a:t>A More complicated one will need an accessor - meaning:</a:t>
            </a:r>
          </a:p>
          <a:p>
            <a:pPr marL="857250" lvl="2" indent="-285750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71C5"/>
                </a:solidFill>
              </a:rPr>
              <a:t>We will need to inherent a C++ class and link\implement HAL functions</a:t>
            </a:r>
          </a:p>
          <a:p>
            <a:pPr marL="857250" lvl="2" indent="-285750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71C5"/>
                </a:solidFill>
              </a:rPr>
              <a:t>I will go through an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531ED4-7072-440C-94E1-9A8554448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331" y="1290066"/>
            <a:ext cx="4005264" cy="2563368"/>
          </a:xfrm>
          <a:prstGeom prst="rect">
            <a:avLst/>
          </a:prstGeom>
          <a:noFill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7B3ADD0-F7C9-406B-A804-C87353E9B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868680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rgbClr val="003C71"/>
                </a:solidFill>
              </a:rPr>
              <a:t>Getting started with a driver</a:t>
            </a:r>
          </a:p>
        </p:txBody>
      </p:sp>
    </p:spTree>
    <p:extLst>
      <p:ext uri="{BB962C8B-B14F-4D97-AF65-F5344CB8AC3E}">
        <p14:creationId xmlns:p14="http://schemas.microsoft.com/office/powerpoint/2010/main" val="1508608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A5F5D5-7138-447F-B636-76C6F43F9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DB54CFD-C2A2-450A-BFDC-7D881AF6D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56715"/>
          </a:xfrm>
        </p:spPr>
        <p:txBody>
          <a:bodyPr/>
          <a:lstStyle/>
          <a:p>
            <a:r>
              <a:rPr lang="en-US" dirty="0"/>
              <a:t>HAL \ API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BF0369-9C01-459E-BC21-2FD8A3F2D07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701541"/>
            <a:ext cx="8228012" cy="392761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HAL (direct HW access):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Used by the driver internally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SPI interface native functions for example</a:t>
            </a:r>
          </a:p>
          <a:p>
            <a:pPr marL="857250" lvl="2" indent="-285750">
              <a:buFont typeface="Arial" panose="020B0604020202020204" pitchFamily="34" charset="0"/>
              <a:buChar char="•"/>
            </a:pPr>
            <a:r>
              <a:rPr lang="en-US" dirty="0" err="1"/>
              <a:t>SPI.writeBYTE</a:t>
            </a:r>
            <a:r>
              <a:rPr lang="en-US" dirty="0"/>
              <a:t>((char)VAL);</a:t>
            </a:r>
          </a:p>
          <a:p>
            <a:pPr marL="857250" lvl="2" indent="-285750">
              <a:buFont typeface="Arial" panose="020B0604020202020204" pitchFamily="34" charset="0"/>
              <a:buChar char="•"/>
            </a:pPr>
            <a:r>
              <a:rPr lang="en-US" dirty="0"/>
              <a:t>ESP_WRITE_REG(0x3FF4400c, </a:t>
            </a:r>
            <a:r>
              <a:rPr lang="en-US" dirty="0" err="1"/>
              <a:t>PAR_IOs_MASK</a:t>
            </a:r>
            <a:r>
              <a:rPr lang="en-US" dirty="0"/>
              <a:t>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API (To be used by the programmer </a:t>
            </a:r>
            <a:r>
              <a:rPr lang="en-US" dirty="0">
                <a:sym typeface="Wingdings" panose="05000000000000000000" pitchFamily="2" charset="2"/>
              </a:rPr>
              <a:t>)</a:t>
            </a:r>
            <a:r>
              <a:rPr lang="en-US" dirty="0"/>
              <a:t>: 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Graphics driver functions for examples: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 err="1"/>
              <a:t>fillScr</a:t>
            </a:r>
            <a:r>
              <a:rPr lang="en-US" dirty="0"/>
              <a:t>(unsigned char r, unsigned char g, unsigned char b);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 err="1"/>
              <a:t>drawRoundRect</a:t>
            </a:r>
            <a:r>
              <a:rPr lang="en-US" dirty="0"/>
              <a:t>(short x1, short y1, short x2, short y2, bool fill = false);</a:t>
            </a:r>
          </a:p>
        </p:txBody>
      </p:sp>
    </p:spTree>
    <p:extLst>
      <p:ext uri="{BB962C8B-B14F-4D97-AF65-F5344CB8AC3E}">
        <p14:creationId xmlns:p14="http://schemas.microsoft.com/office/powerpoint/2010/main" val="1513427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40CFCF-F001-4EE6-9C65-09F02A900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E2556C5-CE8C-6547-B838-EA80C61A4AF7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E51CA8-717B-4C35-A534-6CC1C2CF4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868680"/>
          </a:xfrm>
        </p:spPr>
        <p:txBody>
          <a:bodyPr anchor="t">
            <a:normAutofit/>
          </a:bodyPr>
          <a:lstStyle/>
          <a:p>
            <a:r>
              <a:rPr lang="en-US" dirty="0"/>
              <a:t>Communication options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5F661F96-7926-81F9-09E4-AE4CB9ED1C4B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256466893"/>
              </p:ext>
            </p:extLst>
          </p:nvPr>
        </p:nvGraphicFramePr>
        <p:xfrm>
          <a:off x="455613" y="1203325"/>
          <a:ext cx="8228012" cy="34258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60117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36783"/>
          </a:xfrm>
        </p:spPr>
        <p:txBody>
          <a:bodyPr/>
          <a:lstStyle/>
          <a:p>
            <a:r>
              <a:rPr lang="en-US" sz="3600" dirty="0"/>
              <a:t>Basic communication protocols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455613" y="715743"/>
            <a:ext cx="8228012" cy="3913407"/>
          </a:xfrm>
        </p:spPr>
        <p:txBody>
          <a:bodyPr/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Devices can be connected physically by copper wires or over the air (Wi-Fi, Bluetooth, RF, WEB)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There are various communication protocols, some are standard, and some are unique 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Simple protocols: (Low to medium speed and bandwidth)</a:t>
            </a:r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I2C (Two wires – data and clock) (100 or 400 </a:t>
            </a:r>
            <a:r>
              <a:rPr lang="en-US" sz="1400" dirty="0" err="1"/>
              <a:t>KHz</a:t>
            </a:r>
            <a:r>
              <a:rPr lang="en-US" sz="1400" dirty="0"/>
              <a:t>) – can serve many devices concurrently </a:t>
            </a:r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UART (RS232) (9600 up to 921000 bps) – only one device per interface</a:t>
            </a:r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SPI - Serial Peripheral Interface (1 – 166 MHz (DDR), data width 1 up to 8 bits) – can serve many devices concurrently</a:t>
            </a:r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RF (</a:t>
            </a:r>
            <a:r>
              <a:rPr lang="en-US" sz="1400" dirty="0" err="1"/>
              <a:t>LoRa</a:t>
            </a:r>
            <a:r>
              <a:rPr lang="en-US" sz="1400" dirty="0"/>
              <a:t> and more)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Advanced protocols (Medium to very high speed and bandwidth)</a:t>
            </a:r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Bluetooth </a:t>
            </a:r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Wi-Fi: Ethernet – TFTP, UDP,WEB</a:t>
            </a:r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PCIe (Gen 4 runs at 16GHz 16 bit width)</a:t>
            </a:r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USB2\3\4 (up to 40GHz)</a:t>
            </a:r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Thunderbolt  (up to 40GHz)</a:t>
            </a:r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77205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36783"/>
          </a:xfrm>
        </p:spPr>
        <p:txBody>
          <a:bodyPr/>
          <a:lstStyle/>
          <a:p>
            <a:r>
              <a:rPr lang="en-US" dirty="0"/>
              <a:t>RS232 - UART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455613" y="715743"/>
            <a:ext cx="8228012" cy="1387669"/>
          </a:xfrm>
        </p:spPr>
        <p:txBody>
          <a:bodyPr/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Was born in 1960 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In the basic mode uses two signals: RX and TX (Receive and Transmit)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Works at speeds from 4800 (bits per second) up to 921000 (usually 115200 is being used)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Both transmitter and receiver must be set at the same baud rate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Works at various voltages (although the standard is +/- 12V)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Used by most of the micro controllers as the main communication port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Today mostly used using USB to UART device (FTDI)</a:t>
            </a:r>
          </a:p>
        </p:txBody>
      </p:sp>
      <p:pic>
        <p:nvPicPr>
          <p:cNvPr id="4098" name="Picture 2" descr="Image result for rs232 waveform captu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0397" y="2375865"/>
            <a:ext cx="3989882" cy="2585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uart_bu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892" y="2755219"/>
            <a:ext cx="2182574" cy="1281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71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36783"/>
          </a:xfrm>
        </p:spPr>
        <p:txBody>
          <a:bodyPr/>
          <a:lstStyle/>
          <a:p>
            <a:r>
              <a:rPr lang="en-US" dirty="0"/>
              <a:t>Configuration of RS232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455613" y="715743"/>
            <a:ext cx="8228012" cy="3786143"/>
          </a:xfrm>
        </p:spPr>
        <p:txBody>
          <a:bodyPr/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Both sides must be set with the same configuration and voltage level*</a:t>
            </a:r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BAUD rate (speed – 9600, 115200 or any other supported speed)</a:t>
            </a:r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Use parity bit or not (in most cases not used)</a:t>
            </a:r>
          </a:p>
          <a:p>
            <a:pPr marL="396875" lvl="1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Number of stop bits: 1 or 2 (in most cases 1 stop bit)</a:t>
            </a:r>
          </a:p>
        </p:txBody>
      </p:sp>
    </p:spTree>
    <p:extLst>
      <p:ext uri="{BB962C8B-B14F-4D97-AF65-F5344CB8AC3E}">
        <p14:creationId xmlns:p14="http://schemas.microsoft.com/office/powerpoint/2010/main" val="492804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F14C91-4756-4CA7-ADD4-B5EF2AECE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9A52FD1-E3E9-4AEC-AC7E-AE6970A7B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71840"/>
          </a:xfrm>
        </p:spPr>
        <p:txBody>
          <a:bodyPr/>
          <a:lstStyle/>
          <a:p>
            <a:r>
              <a:rPr lang="en-US" dirty="0"/>
              <a:t>End to end example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001B71-A5A6-4FCC-A794-F055E6E42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104" y="308848"/>
            <a:ext cx="5010212" cy="4388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635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A1779D-64CD-4964-945F-7B265BB0E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236A4CC-B116-4FDE-8E73-1124E3694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35729"/>
          </a:xfrm>
        </p:spPr>
        <p:txBody>
          <a:bodyPr/>
          <a:lstStyle/>
          <a:p>
            <a:r>
              <a:rPr lang="en-US" dirty="0"/>
              <a:t>I2C Protocol (</a:t>
            </a:r>
            <a:r>
              <a:rPr lang="en-US" b="1" dirty="0"/>
              <a:t>Inter-Integrated Circuit)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832C92-5FAF-4C1B-AE0B-E6401DB683A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734518"/>
            <a:ext cx="8228012" cy="3936604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Defined by Philips for variety of simple devices such as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EEPROM, Cameras(initialization), simple LCDs, modems, I/O expanders and more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No chip select</a:t>
            </a:r>
            <a:r>
              <a:rPr lang="en-US" dirty="0"/>
              <a:t>, address selectable devices (7 or 10 bit)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Each family of devices has a unique address prefix (There are some out of spec devices </a:t>
            </a:r>
            <a:r>
              <a:rPr lang="en-US" dirty="0">
                <a:sym typeface="Wingdings" panose="05000000000000000000" pitchFamily="2" charset="2"/>
              </a:rPr>
              <a:t></a:t>
            </a:r>
            <a:r>
              <a:rPr lang="en-US" dirty="0"/>
              <a:t>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Very low speed </a:t>
            </a:r>
            <a:r>
              <a:rPr lang="en-US" b="1" u="sng" dirty="0"/>
              <a:t>bus</a:t>
            </a:r>
            <a:r>
              <a:rPr lang="en-US" b="1" dirty="0"/>
              <a:t>: </a:t>
            </a:r>
            <a:r>
              <a:rPr lang="en-US" dirty="0"/>
              <a:t>100 – 400 </a:t>
            </a:r>
            <a:r>
              <a:rPr lang="en-US" dirty="0" err="1"/>
              <a:t>KHz</a:t>
            </a:r>
            <a:r>
              <a:rPr lang="en-US" dirty="0"/>
              <a:t> (new devices might support 1 M\bit)</a:t>
            </a:r>
            <a:endParaRPr lang="en-US" b="1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Two signals only: SCL (Clock), SDL (Data)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Bus topology</a:t>
            </a:r>
            <a:r>
              <a:rPr lang="en-US" dirty="0"/>
              <a:t>: meaning many devices can be connected to the same master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Open drain I/O (Must have pull up resistors, usually 4.7K for 100KHz)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Master and slave topology (Only master can initiate a transaction)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Some device has fixed 4-6 address bits and the rest can be set on board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F1EEAD-5D6A-47D3-B9C1-33486ACE0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9152" y="3389161"/>
            <a:ext cx="1177146" cy="1281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82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E016B0-37D8-44FD-88BE-78979AEBB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4C4ACA-965F-4F86-A185-37B8D1D45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56715"/>
          </a:xfrm>
        </p:spPr>
        <p:txBody>
          <a:bodyPr/>
          <a:lstStyle/>
          <a:p>
            <a:r>
              <a:rPr lang="en-US" dirty="0"/>
              <a:t>I2C wave form</a:t>
            </a:r>
          </a:p>
        </p:txBody>
      </p:sp>
      <p:pic>
        <p:nvPicPr>
          <p:cNvPr id="1026" name="Picture 2" descr="I2C Signals - Rheingold HeavyRheingold Heavy">
            <a:extLst>
              <a:ext uri="{FF2B5EF4-FFF2-40B4-BE49-F238E27FC236}">
                <a16:creationId xmlns:a16="http://schemas.microsoft.com/office/drawing/2014/main" id="{A945A864-3A08-4F28-BA79-08AD273D29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560" y="823663"/>
            <a:ext cx="7746917" cy="1492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7 bit 8 bit and 10 bit I2C Slave Addressing - Total Phase">
            <a:extLst>
              <a:ext uri="{FF2B5EF4-FFF2-40B4-BE49-F238E27FC236}">
                <a16:creationId xmlns:a16="http://schemas.microsoft.com/office/drawing/2014/main" id="{04C59835-FECD-4F46-9EFE-99AA50EAB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560" y="2445943"/>
            <a:ext cx="44958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B1DF8A7-E744-493A-8FB7-E67519F5D0B8}"/>
              </a:ext>
            </a:extLst>
          </p:cNvPr>
          <p:cNvSpPr/>
          <p:nvPr/>
        </p:nvSpPr>
        <p:spPr>
          <a:xfrm>
            <a:off x="806471" y="3390775"/>
            <a:ext cx="929390" cy="713532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F879BB-AB60-4E81-B793-B59383B56C2F}"/>
              </a:ext>
            </a:extLst>
          </p:cNvPr>
          <p:cNvSpPr/>
          <p:nvPr/>
        </p:nvSpPr>
        <p:spPr>
          <a:xfrm>
            <a:off x="2545329" y="4104307"/>
            <a:ext cx="1211205" cy="569626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Slave 1</a:t>
            </a:r>
          </a:p>
          <a:p>
            <a:pPr algn="ctr"/>
            <a:r>
              <a:rPr lang="en-US" sz="1200" dirty="0"/>
              <a:t>Address: 0x20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A31CF3-61C8-43F0-B110-D9919364137A}"/>
              </a:ext>
            </a:extLst>
          </p:cNvPr>
          <p:cNvSpPr/>
          <p:nvPr/>
        </p:nvSpPr>
        <p:spPr>
          <a:xfrm>
            <a:off x="4026358" y="4104307"/>
            <a:ext cx="1211205" cy="569626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Slave 1</a:t>
            </a:r>
          </a:p>
          <a:p>
            <a:pPr algn="ctr"/>
            <a:r>
              <a:rPr lang="en-US" sz="1200" dirty="0"/>
              <a:t>Address: 0x38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A9F023E-C29B-452B-9182-E588C951D36D}"/>
              </a:ext>
            </a:extLst>
          </p:cNvPr>
          <p:cNvCxnSpPr/>
          <p:nvPr/>
        </p:nvCxnSpPr>
        <p:spPr>
          <a:xfrm>
            <a:off x="1735861" y="3582649"/>
            <a:ext cx="3573655" cy="0"/>
          </a:xfrm>
          <a:prstGeom prst="line">
            <a:avLst/>
          </a:prstGeom>
          <a:ln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02435A0-351D-46B6-8D4B-B48A02CB6309}"/>
              </a:ext>
            </a:extLst>
          </p:cNvPr>
          <p:cNvCxnSpPr>
            <a:stCxn id="5" idx="3"/>
          </p:cNvCxnSpPr>
          <p:nvPr/>
        </p:nvCxnSpPr>
        <p:spPr>
          <a:xfrm>
            <a:off x="1735861" y="3747541"/>
            <a:ext cx="3573655" cy="0"/>
          </a:xfrm>
          <a:prstGeom prst="line">
            <a:avLst/>
          </a:prstGeom>
          <a:ln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85E2DFC-85E2-43EE-8E82-80028FA2039B}"/>
              </a:ext>
            </a:extLst>
          </p:cNvPr>
          <p:cNvSpPr txBox="1"/>
          <p:nvPr/>
        </p:nvSpPr>
        <p:spPr>
          <a:xfrm>
            <a:off x="2581306" y="3390775"/>
            <a:ext cx="467693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dirty="0">
                <a:solidFill>
                  <a:srgbClr val="003C71"/>
                </a:solidFill>
              </a:rPr>
              <a:t>SCL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2E30C8-36ED-4579-94ED-439F7EA361F1}"/>
              </a:ext>
            </a:extLst>
          </p:cNvPr>
          <p:cNvSpPr txBox="1"/>
          <p:nvPr/>
        </p:nvSpPr>
        <p:spPr>
          <a:xfrm>
            <a:off x="2857125" y="3591643"/>
            <a:ext cx="431717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dirty="0">
                <a:solidFill>
                  <a:srgbClr val="003C71"/>
                </a:solidFill>
              </a:rPr>
              <a:t>SDA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4FC6DC0-0E34-40BC-ABB7-1D10976A073E}"/>
              </a:ext>
            </a:extLst>
          </p:cNvPr>
          <p:cNvCxnSpPr/>
          <p:nvPr/>
        </p:nvCxnSpPr>
        <p:spPr>
          <a:xfrm>
            <a:off x="2784460" y="3760920"/>
            <a:ext cx="0" cy="343387"/>
          </a:xfrm>
          <a:prstGeom prst="line">
            <a:avLst/>
          </a:prstGeom>
          <a:ln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2723DD4-53D9-4B73-82D1-7E054309D25D}"/>
              </a:ext>
            </a:extLst>
          </p:cNvPr>
          <p:cNvCxnSpPr>
            <a:stCxn id="15" idx="3"/>
            <a:endCxn id="15" idx="3"/>
          </p:cNvCxnSpPr>
          <p:nvPr/>
        </p:nvCxnSpPr>
        <p:spPr>
          <a:xfrm>
            <a:off x="3288842" y="3676282"/>
            <a:ext cx="0" cy="0"/>
          </a:xfrm>
          <a:prstGeom prst="line">
            <a:avLst/>
          </a:prstGeom>
          <a:ln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9C0A937-731E-462F-A134-A5FA5274E075}"/>
              </a:ext>
            </a:extLst>
          </p:cNvPr>
          <p:cNvCxnSpPr/>
          <p:nvPr/>
        </p:nvCxnSpPr>
        <p:spPr>
          <a:xfrm>
            <a:off x="3390775" y="3591643"/>
            <a:ext cx="0" cy="512664"/>
          </a:xfrm>
          <a:prstGeom prst="line">
            <a:avLst/>
          </a:prstGeom>
          <a:ln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E3C8637-C603-4E6D-9AB8-050678BC8CB0}"/>
              </a:ext>
            </a:extLst>
          </p:cNvPr>
          <p:cNvCxnSpPr/>
          <p:nvPr/>
        </p:nvCxnSpPr>
        <p:spPr>
          <a:xfrm>
            <a:off x="4335155" y="3747541"/>
            <a:ext cx="0" cy="356766"/>
          </a:xfrm>
          <a:prstGeom prst="line">
            <a:avLst/>
          </a:prstGeom>
          <a:ln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A1CA1F9-6959-40CD-9064-D968E533C3E6}"/>
              </a:ext>
            </a:extLst>
          </p:cNvPr>
          <p:cNvCxnSpPr/>
          <p:nvPr/>
        </p:nvCxnSpPr>
        <p:spPr>
          <a:xfrm>
            <a:off x="4570413" y="3582649"/>
            <a:ext cx="0" cy="521658"/>
          </a:xfrm>
          <a:prstGeom prst="line">
            <a:avLst/>
          </a:prstGeom>
          <a:ln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Arrow: Down 6">
            <a:extLst>
              <a:ext uri="{FF2B5EF4-FFF2-40B4-BE49-F238E27FC236}">
                <a16:creationId xmlns:a16="http://schemas.microsoft.com/office/drawing/2014/main" id="{6D5A1227-0030-A172-F4F4-755C5CA0B648}"/>
              </a:ext>
            </a:extLst>
          </p:cNvPr>
          <p:cNvSpPr/>
          <p:nvPr/>
        </p:nvSpPr>
        <p:spPr>
          <a:xfrm rot="10800000">
            <a:off x="6020601" y="2334217"/>
            <a:ext cx="187693" cy="418608"/>
          </a:xfrm>
          <a:prstGeom prst="downArrow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176D289-FBF0-41A4-E968-AF2D71758343}"/>
              </a:ext>
            </a:extLst>
          </p:cNvPr>
          <p:cNvSpPr/>
          <p:nvPr/>
        </p:nvSpPr>
        <p:spPr>
          <a:xfrm>
            <a:off x="5419023" y="2825014"/>
            <a:ext cx="1453329" cy="922527"/>
          </a:xfrm>
          <a:prstGeom prst="round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NACK from </a:t>
            </a:r>
            <a:r>
              <a:rPr lang="en-US" sz="1400" b="1" u="sng" dirty="0"/>
              <a:t>master</a:t>
            </a:r>
            <a:r>
              <a:rPr lang="en-US" sz="1400" dirty="0"/>
              <a:t> to signal no more data is needed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F489C3-947C-9070-BDCB-CE575DEDC558}"/>
              </a:ext>
            </a:extLst>
          </p:cNvPr>
          <p:cNvSpPr txBox="1"/>
          <p:nvPr/>
        </p:nvSpPr>
        <p:spPr>
          <a:xfrm>
            <a:off x="7074568" y="2752825"/>
            <a:ext cx="1746986" cy="147732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 b="1" dirty="0"/>
              <a:t>* Changes in the data line SDA when the SCL is high are interpreted as control commands (START or STOP)</a:t>
            </a:r>
            <a:endParaRPr lang="en-US" sz="1600" b="1" dirty="0">
              <a:solidFill>
                <a:srgbClr val="003C7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9565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97C99D-4D75-4D0C-B9BB-D6BAD25F4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741532A-B37B-4FE7-9DFF-14A8F8C9E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86696"/>
          </a:xfrm>
        </p:spPr>
        <p:txBody>
          <a:bodyPr/>
          <a:lstStyle/>
          <a:p>
            <a:r>
              <a:rPr lang="en-US" dirty="0"/>
              <a:t>I2C multiple Read\Write</a:t>
            </a:r>
          </a:p>
        </p:txBody>
      </p:sp>
      <p:pic>
        <p:nvPicPr>
          <p:cNvPr id="1026" name="Picture 2" descr="Learn.Digilentinc | Project 8: chipKIT™ Pro and Serial Communications">
            <a:extLst>
              <a:ext uri="{FF2B5EF4-FFF2-40B4-BE49-F238E27FC236}">
                <a16:creationId xmlns:a16="http://schemas.microsoft.com/office/drawing/2014/main" id="{7CFA653D-7664-418F-8A46-56B80F643E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13" y="1743075"/>
            <a:ext cx="8486775" cy="165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1F1A717-4492-4043-B4B6-FFD5FFDA745F}"/>
              </a:ext>
            </a:extLst>
          </p:cNvPr>
          <p:cNvSpPr txBox="1"/>
          <p:nvPr/>
        </p:nvSpPr>
        <p:spPr>
          <a:xfrm>
            <a:off x="3168922" y="1134671"/>
            <a:ext cx="728522" cy="1692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rtlCol="0">
            <a:spAutoFit/>
          </a:bodyPr>
          <a:lstStyle/>
          <a:p>
            <a:r>
              <a:rPr lang="en-US" sz="1100" dirty="0">
                <a:solidFill>
                  <a:srgbClr val="003C71"/>
                </a:solidFill>
              </a:rPr>
              <a:t>No stop bit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AA95722-78C6-464B-B125-91588B66D081}"/>
              </a:ext>
            </a:extLst>
          </p:cNvPr>
          <p:cNvCxnSpPr/>
          <p:nvPr/>
        </p:nvCxnSpPr>
        <p:spPr>
          <a:xfrm>
            <a:off x="3533183" y="1391087"/>
            <a:ext cx="0" cy="1271166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41EDECF-72E0-4CD3-AE14-7D1EAE4815AB}"/>
              </a:ext>
            </a:extLst>
          </p:cNvPr>
          <p:cNvCxnSpPr/>
          <p:nvPr/>
        </p:nvCxnSpPr>
        <p:spPr>
          <a:xfrm>
            <a:off x="3642610" y="1391087"/>
            <a:ext cx="2158583" cy="1319135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3485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97C99D-4D75-4D0C-B9BB-D6BAD25F4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741532A-B37B-4FE7-9DFF-14A8F8C9E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86696"/>
          </a:xfrm>
        </p:spPr>
        <p:txBody>
          <a:bodyPr/>
          <a:lstStyle/>
          <a:p>
            <a:r>
              <a:rPr lang="en-US" dirty="0"/>
              <a:t>Repeated Start Condition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2322F0-AA01-1F5D-7676-6B5619F778B4}"/>
              </a:ext>
            </a:extLst>
          </p:cNvPr>
          <p:cNvSpPr txBox="1"/>
          <p:nvPr/>
        </p:nvSpPr>
        <p:spPr>
          <a:xfrm>
            <a:off x="505326" y="695544"/>
            <a:ext cx="8179887" cy="135421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0" i="0" dirty="0">
                <a:solidFill>
                  <a:srgbClr val="555555"/>
                </a:solidFill>
                <a:effectLst/>
                <a:latin typeface="Verdana" panose="020B0604030504040204" pitchFamily="34" charset="0"/>
              </a:rPr>
              <a:t>During an I2C transfer there is often the need to first send a command and then read back an answer right away. This must be done without the risk of another (multi-master) device interrupting this atomic operation. The I2C protocol defines a so-called repeated start condition. After having sent the address byte (address and read/write bit) the master may send any number of bytes followed by a stop condition. Instead of sending the stop condition it is also allowed to send another start condition again followed by an address (and of course including a read/write bit) and more data. This is defined recursively allowing any number of start conditions to be sent. The purpose of this is to allow combined write/read operations to one or more devices without releasing the bus and thus with the guarantee that the operation is not interrupted.</a:t>
            </a:r>
            <a:endParaRPr lang="en-US" sz="1100" dirty="0">
              <a:solidFill>
                <a:srgbClr val="003C7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E07701-1AFC-95FE-E8D7-8532CB300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308" y="2049761"/>
            <a:ext cx="8735644" cy="16004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B95B91-B437-6359-4D68-6E2FD45C5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308" y="3468090"/>
            <a:ext cx="8638674" cy="1132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409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35DA32-C053-69BB-9F3D-A24B92EA1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EB7EF4C-E231-F7A5-7130-6310EA634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69733"/>
          </a:xfrm>
        </p:spPr>
        <p:txBody>
          <a:bodyPr/>
          <a:lstStyle/>
          <a:p>
            <a:r>
              <a:rPr lang="en-US" dirty="0"/>
              <a:t>I2C Clock Stretching</a:t>
            </a:r>
          </a:p>
        </p:txBody>
      </p:sp>
      <p:pic>
        <p:nvPicPr>
          <p:cNvPr id="1026" name="Picture 2" descr="I2C Clock Stretching | Prodigy Technovations">
            <a:extLst>
              <a:ext uri="{FF2B5EF4-FFF2-40B4-BE49-F238E27FC236}">
                <a16:creationId xmlns:a16="http://schemas.microsoft.com/office/drawing/2014/main" id="{3B223CF7-7BFF-95CF-D940-5EB7FCFFC6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90" y="1238915"/>
            <a:ext cx="8922619" cy="2170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rrow: Down 4">
            <a:extLst>
              <a:ext uri="{FF2B5EF4-FFF2-40B4-BE49-F238E27FC236}">
                <a16:creationId xmlns:a16="http://schemas.microsoft.com/office/drawing/2014/main" id="{3E503405-A98A-A80B-3CBB-8A1A166B8391}"/>
              </a:ext>
            </a:extLst>
          </p:cNvPr>
          <p:cNvSpPr/>
          <p:nvPr/>
        </p:nvSpPr>
        <p:spPr>
          <a:xfrm rot="10800000">
            <a:off x="4928135" y="3409156"/>
            <a:ext cx="231006" cy="657518"/>
          </a:xfrm>
          <a:prstGeom prst="downArrow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F0F14A-3F66-8BAC-F620-57E2C6784684}"/>
              </a:ext>
            </a:extLst>
          </p:cNvPr>
          <p:cNvSpPr/>
          <p:nvPr/>
        </p:nvSpPr>
        <p:spPr>
          <a:xfrm>
            <a:off x="4244740" y="4114800"/>
            <a:ext cx="1597794" cy="54864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Timeout</a:t>
            </a:r>
          </a:p>
          <a:p>
            <a:pPr algn="ctr"/>
            <a:r>
              <a:rPr lang="en-US" sz="1400" dirty="0"/>
              <a:t>Might be reached</a:t>
            </a:r>
          </a:p>
        </p:txBody>
      </p:sp>
    </p:spTree>
    <p:extLst>
      <p:ext uri="{BB962C8B-B14F-4D97-AF65-F5344CB8AC3E}">
        <p14:creationId xmlns:p14="http://schemas.microsoft.com/office/powerpoint/2010/main" val="2936091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46DEBE-6146-269F-F3C0-F5450F031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897C530-09CC-69FA-43E4-0DFCAFE2A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an EEPROM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C0E56F-F908-5B3B-99EB-EB5FCB09966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774835"/>
            <a:ext cx="8228012" cy="385431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I2C protocol is a high level 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Meaning write or read does not specify a specific operation on the device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device define it’s own sequence </a:t>
            </a:r>
          </a:p>
        </p:txBody>
      </p:sp>
    </p:spTree>
    <p:extLst>
      <p:ext uri="{BB962C8B-B14F-4D97-AF65-F5344CB8AC3E}">
        <p14:creationId xmlns:p14="http://schemas.microsoft.com/office/powerpoint/2010/main" val="2800934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36783"/>
          </a:xfrm>
        </p:spPr>
        <p:txBody>
          <a:bodyPr/>
          <a:lstStyle/>
          <a:p>
            <a:r>
              <a:rPr lang="en-US" dirty="0"/>
              <a:t>I2C Code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0732FC-965C-482A-85FA-2CBCD4CFF41C}"/>
              </a:ext>
            </a:extLst>
          </p:cNvPr>
          <p:cNvSpPr txBox="1"/>
          <p:nvPr/>
        </p:nvSpPr>
        <p:spPr>
          <a:xfrm>
            <a:off x="485681" y="746510"/>
            <a:ext cx="6967429" cy="240065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 dirty="0" err="1"/>
              <a:t>Wire.begin</a:t>
            </a:r>
            <a:r>
              <a:rPr lang="en-US" sz="1200" dirty="0"/>
              <a:t>(-1</a:t>
            </a:r>
            <a:r>
              <a:rPr lang="en-US" sz="1200" dirty="0">
                <a:solidFill>
                  <a:srgbClr val="FFC000"/>
                </a:solidFill>
              </a:rPr>
              <a:t>/*Native SCL Pin*/</a:t>
            </a:r>
            <a:r>
              <a:rPr lang="en-US" sz="1200" dirty="0"/>
              <a:t>, -1</a:t>
            </a:r>
            <a:r>
              <a:rPr lang="en-US" sz="1200" dirty="0">
                <a:solidFill>
                  <a:srgbClr val="FFC000"/>
                </a:solidFill>
              </a:rPr>
              <a:t>/* Native SDA Pin*/</a:t>
            </a:r>
            <a:r>
              <a:rPr lang="en-US" sz="1200" dirty="0"/>
              <a:t>, 100000);</a:t>
            </a:r>
          </a:p>
          <a:p>
            <a:endParaRPr lang="en-US" sz="1200" dirty="0">
              <a:solidFill>
                <a:srgbClr val="003C71"/>
              </a:solidFill>
            </a:endParaRPr>
          </a:p>
          <a:p>
            <a:r>
              <a:rPr lang="en-US" sz="1200" dirty="0">
                <a:solidFill>
                  <a:srgbClr val="003C71"/>
                </a:solidFill>
              </a:rPr>
              <a:t>// Read</a:t>
            </a:r>
          </a:p>
          <a:p>
            <a:r>
              <a:rPr lang="en-US" sz="1200" b="1" dirty="0" err="1"/>
              <a:t>Wire.requestFrom</a:t>
            </a:r>
            <a:r>
              <a:rPr lang="en-US" sz="1200" dirty="0"/>
              <a:t>(address,(uint8_t)1</a:t>
            </a:r>
            <a:r>
              <a:rPr lang="en-US" sz="1200" dirty="0">
                <a:solidFill>
                  <a:srgbClr val="FFC000"/>
                </a:solidFill>
              </a:rPr>
              <a:t>/*Size*/</a:t>
            </a:r>
            <a:r>
              <a:rPr lang="en-US" sz="1200" dirty="0"/>
              <a:t>);</a:t>
            </a:r>
          </a:p>
          <a:p>
            <a:r>
              <a:rPr 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if</a:t>
            </a:r>
            <a:r>
              <a:rPr lang="en-US" sz="1200" dirty="0"/>
              <a:t>(</a:t>
            </a:r>
            <a:r>
              <a:rPr lang="en-US" sz="1200" b="1" dirty="0" err="1"/>
              <a:t>Wire.available</a:t>
            </a:r>
            <a:r>
              <a:rPr lang="en-US" sz="1200" b="1" dirty="0"/>
              <a:t>()</a:t>
            </a:r>
            <a:r>
              <a:rPr lang="en-US" sz="1200" dirty="0"/>
              <a:t>)   </a:t>
            </a:r>
            <a:r>
              <a:rPr lang="en-US" sz="1200" dirty="0">
                <a:solidFill>
                  <a:srgbClr val="FFC000"/>
                </a:solidFill>
              </a:rPr>
              <a:t>// If bytes are available to be received</a:t>
            </a:r>
          </a:p>
          <a:p>
            <a:r>
              <a:rPr 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{</a:t>
            </a:r>
          </a:p>
          <a:p>
            <a:r>
              <a:rPr lang="en-US" sz="1200" dirty="0"/>
              <a:t>	byte </a:t>
            </a:r>
            <a:r>
              <a:rPr lang="en-US" sz="1200" dirty="0" err="1"/>
              <a:t>dataIn</a:t>
            </a:r>
            <a:r>
              <a:rPr lang="en-US" sz="1200" dirty="0"/>
              <a:t> = </a:t>
            </a:r>
            <a:r>
              <a:rPr lang="en-US" sz="1200" dirty="0" err="1"/>
              <a:t>Wire.read</a:t>
            </a:r>
            <a:r>
              <a:rPr lang="en-US" sz="1200" dirty="0"/>
              <a:t>();</a:t>
            </a:r>
          </a:p>
          <a:p>
            <a:r>
              <a:rPr lang="en-US" sz="1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}</a:t>
            </a:r>
          </a:p>
          <a:p>
            <a:endParaRPr lang="en-US" sz="1200" dirty="0">
              <a:solidFill>
                <a:srgbClr val="003C71"/>
              </a:solidFill>
            </a:endParaRPr>
          </a:p>
          <a:p>
            <a:r>
              <a:rPr lang="en-US" sz="1200" dirty="0">
                <a:solidFill>
                  <a:srgbClr val="003C71"/>
                </a:solidFill>
              </a:rPr>
              <a:t>// Write</a:t>
            </a:r>
          </a:p>
          <a:p>
            <a:r>
              <a:rPr lang="en-US" sz="1200" b="1" dirty="0" err="1"/>
              <a:t>Wire.beginTransmission</a:t>
            </a:r>
            <a:r>
              <a:rPr lang="en-US" sz="1200" dirty="0"/>
              <a:t>(address);</a:t>
            </a:r>
          </a:p>
          <a:p>
            <a:r>
              <a:rPr lang="en-US" sz="1200" b="1" dirty="0" err="1"/>
              <a:t>Wire.write</a:t>
            </a:r>
            <a:r>
              <a:rPr lang="en-US" sz="1200" dirty="0"/>
              <a:t>(data);</a:t>
            </a:r>
          </a:p>
          <a:p>
            <a:r>
              <a:rPr lang="en-US" sz="1200" b="1" dirty="0" err="1"/>
              <a:t>Wire.endTransmission</a:t>
            </a:r>
            <a:r>
              <a:rPr lang="en-US" sz="1200" dirty="0"/>
              <a:t>();</a:t>
            </a:r>
            <a:endParaRPr lang="en-US" sz="1200" dirty="0">
              <a:solidFill>
                <a:srgbClr val="003C7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272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43017F-3BBA-43D5-8711-D648F4835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F156442-B946-4E3D-A860-B878A9F7E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25" y="308847"/>
            <a:ext cx="8229600" cy="392692"/>
          </a:xfrm>
        </p:spPr>
        <p:txBody>
          <a:bodyPr/>
          <a:lstStyle/>
          <a:p>
            <a:r>
              <a:rPr lang="en-US" dirty="0"/>
              <a:t>SPI - Serial Peripheral Interface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2621E1-570D-4239-8834-A7BC5BF2D4D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701541"/>
            <a:ext cx="8228012" cy="3927610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Much higher performance than UART or I2C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1 bit data (MOSI, MISO, CLOCK, CS)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M</a:t>
            </a:r>
            <a:r>
              <a:rPr lang="en-US" dirty="0"/>
              <a:t>aster </a:t>
            </a:r>
            <a:r>
              <a:rPr lang="en-US" b="1" dirty="0"/>
              <a:t>O</a:t>
            </a:r>
            <a:r>
              <a:rPr lang="en-US" dirty="0"/>
              <a:t>ut </a:t>
            </a:r>
            <a:r>
              <a:rPr lang="en-US" b="1" dirty="0"/>
              <a:t>S</a:t>
            </a:r>
            <a:r>
              <a:rPr lang="en-US" dirty="0"/>
              <a:t>lave </a:t>
            </a:r>
            <a:r>
              <a:rPr lang="en-US" b="1" dirty="0"/>
              <a:t>I</a:t>
            </a:r>
            <a:r>
              <a:rPr lang="en-US" dirty="0"/>
              <a:t>n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M</a:t>
            </a:r>
            <a:r>
              <a:rPr lang="en-US" dirty="0"/>
              <a:t>aster </a:t>
            </a:r>
            <a:r>
              <a:rPr lang="en-US" b="1" dirty="0"/>
              <a:t>I</a:t>
            </a:r>
            <a:r>
              <a:rPr lang="en-US" dirty="0"/>
              <a:t>n </a:t>
            </a:r>
            <a:r>
              <a:rPr lang="en-US" b="1" dirty="0"/>
              <a:t>S</a:t>
            </a:r>
            <a:r>
              <a:rPr lang="en-US" dirty="0"/>
              <a:t>lave </a:t>
            </a:r>
            <a:r>
              <a:rPr lang="en-US" b="1" dirty="0"/>
              <a:t>O</a:t>
            </a:r>
            <a:r>
              <a:rPr lang="en-US" dirty="0"/>
              <a:t>ut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4 or 8 bits data (CLOCK, CS, bi-directional D0-D7)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Bus topology – using chip select to address a specific device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Master and slave methodology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Up to 166MHz (DDR)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Mostly used for flash memories, SD cards, simple LCDs, </a:t>
            </a:r>
            <a:r>
              <a:rPr lang="en-US" dirty="0" err="1"/>
              <a:t>LoRa</a:t>
            </a:r>
            <a:r>
              <a:rPr lang="en-US" dirty="0"/>
              <a:t> transmitters and more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CCC82185-3248-4A30-AB74-8CFF1F5C6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544" y="224062"/>
            <a:ext cx="3333750" cy="264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5603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30F99A-C054-4711-9378-E2B14B123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486CAAF-E767-4631-A7C9-67BAA6805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83698"/>
          </a:xfrm>
        </p:spPr>
        <p:txBody>
          <a:bodyPr/>
          <a:lstStyle/>
          <a:p>
            <a:r>
              <a:rPr lang="en-US" dirty="0"/>
              <a:t>SPI Working modes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66843CC-BD75-4890-987F-5EBF8105C09E}"/>
              </a:ext>
            </a:extLst>
          </p:cNvPr>
          <p:cNvGraphicFramePr>
            <a:graphicFrameLocks noGrp="1"/>
          </p:cNvGraphicFramePr>
          <p:nvPr/>
        </p:nvGraphicFramePr>
        <p:xfrm>
          <a:off x="975249" y="797945"/>
          <a:ext cx="3109278" cy="1937296"/>
        </p:xfrm>
        <a:graphic>
          <a:graphicData uri="http://schemas.openxmlformats.org/drawingml/2006/table">
            <a:tbl>
              <a:tblPr/>
              <a:tblGrid>
                <a:gridCol w="881380">
                  <a:extLst>
                    <a:ext uri="{9D8B030D-6E8A-4147-A177-3AD203B41FA5}">
                      <a16:colId xmlns:a16="http://schemas.microsoft.com/office/drawing/2014/main" val="2697778721"/>
                    </a:ext>
                  </a:extLst>
                </a:gridCol>
                <a:gridCol w="1171893">
                  <a:extLst>
                    <a:ext uri="{9D8B030D-6E8A-4147-A177-3AD203B41FA5}">
                      <a16:colId xmlns:a16="http://schemas.microsoft.com/office/drawing/2014/main" val="968698595"/>
                    </a:ext>
                  </a:extLst>
                </a:gridCol>
                <a:gridCol w="1056005">
                  <a:extLst>
                    <a:ext uri="{9D8B030D-6E8A-4147-A177-3AD203B41FA5}">
                      <a16:colId xmlns:a16="http://schemas.microsoft.com/office/drawing/2014/main" val="853219233"/>
                    </a:ext>
                  </a:extLst>
                </a:gridCol>
              </a:tblGrid>
              <a:tr h="589612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SPI mode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Clock polarity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(CPOL/CKP)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effectLst/>
                        </a:rPr>
                        <a:t>Clock phase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(CPHA)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8201909"/>
                  </a:ext>
                </a:extLst>
              </a:tr>
              <a:tr h="33692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98922"/>
                  </a:ext>
                </a:extLst>
              </a:tr>
              <a:tr h="33692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5265070"/>
                  </a:ext>
                </a:extLst>
              </a:tr>
              <a:tr h="336921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091926"/>
                  </a:ext>
                </a:extLst>
              </a:tr>
              <a:tr h="336921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6966211"/>
                  </a:ext>
                </a:extLst>
              </a:tr>
            </a:tbl>
          </a:graphicData>
        </a:graphic>
      </p:graphicFrame>
      <p:sp>
        <p:nvSpPr>
          <p:cNvPr id="6" name="Rectangle 3">
            <a:extLst>
              <a:ext uri="{FF2B5EF4-FFF2-40B4-BE49-F238E27FC236}">
                <a16:creationId xmlns:a16="http://schemas.microsoft.com/office/drawing/2014/main" id="{3F00D288-9530-4163-BFF6-1C076696B7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940" y="2143510"/>
            <a:ext cx="18042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6794D2-890C-4BF2-AFA8-3EDF971FF185}"/>
              </a:ext>
            </a:extLst>
          </p:cNvPr>
          <p:cNvSpPr txBox="1"/>
          <p:nvPr/>
        </p:nvSpPr>
        <p:spPr>
          <a:xfrm>
            <a:off x="975249" y="3007027"/>
            <a:ext cx="6477861" cy="7232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 dirty="0"/>
              <a:t>CPOL</a:t>
            </a:r>
            <a:r>
              <a:rPr lang="en-US" dirty="0"/>
              <a:t> - Clock polarity</a:t>
            </a:r>
          </a:p>
          <a:p>
            <a:r>
              <a:rPr lang="en-US" b="1" dirty="0"/>
              <a:t>CPHA</a:t>
            </a:r>
            <a:r>
              <a:rPr lang="en-US" dirty="0"/>
              <a:t> - Clock phase</a:t>
            </a:r>
          </a:p>
          <a:p>
            <a:r>
              <a:rPr lang="en-US" sz="1100" dirty="0">
                <a:solidFill>
                  <a:srgbClr val="003C71"/>
                </a:solidFill>
              </a:rPr>
              <a:t>Meant for better timing setup</a:t>
            </a:r>
          </a:p>
        </p:txBody>
      </p:sp>
      <p:pic>
        <p:nvPicPr>
          <p:cNvPr id="3081" name="Picture 9" descr="1 21 - SPI Tutorial">
            <a:extLst>
              <a:ext uri="{FF2B5EF4-FFF2-40B4-BE49-F238E27FC236}">
                <a16:creationId xmlns:a16="http://schemas.microsoft.com/office/drawing/2014/main" id="{DAA69ED9-6B20-4529-8113-8B491BF8F4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6145" y="758608"/>
            <a:ext cx="4001207" cy="2015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2550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6A4077-5CD5-46D5-8F51-E4A02DEF1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59F0DD-1922-4431-95AD-33E94CCAA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176" y="241986"/>
            <a:ext cx="8229600" cy="350719"/>
          </a:xfrm>
        </p:spPr>
        <p:txBody>
          <a:bodyPr/>
          <a:lstStyle/>
          <a:p>
            <a:r>
              <a:rPr lang="en-US" dirty="0"/>
              <a:t>Read\Write (From flash memory) – 1 bit </a:t>
            </a:r>
          </a:p>
        </p:txBody>
      </p:sp>
      <p:pic>
        <p:nvPicPr>
          <p:cNvPr id="4100" name="Picture 4" descr="1 51 - SPI Tutorial">
            <a:extLst>
              <a:ext uri="{FF2B5EF4-FFF2-40B4-BE49-F238E27FC236}">
                <a16:creationId xmlns:a16="http://schemas.microsoft.com/office/drawing/2014/main" id="{67B6EBBA-DC2A-465C-8C3C-162A17EDC8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7026" y="630913"/>
            <a:ext cx="5096464" cy="2017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1 61 - SPI Tutorial">
            <a:extLst>
              <a:ext uri="{FF2B5EF4-FFF2-40B4-BE49-F238E27FC236}">
                <a16:creationId xmlns:a16="http://schemas.microsoft.com/office/drawing/2014/main" id="{6404537F-F558-4335-8584-8B79C082B0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7026" y="2724848"/>
            <a:ext cx="5065901" cy="2023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35461D6-9DD2-4DE8-84AF-E201563E7B6A}"/>
              </a:ext>
            </a:extLst>
          </p:cNvPr>
          <p:cNvCxnSpPr/>
          <p:nvPr/>
        </p:nvCxnSpPr>
        <p:spPr>
          <a:xfrm flipH="1">
            <a:off x="4125293" y="2368446"/>
            <a:ext cx="3618626" cy="149002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0DF4A12-339A-4D59-97AA-E97928088FFC}"/>
              </a:ext>
            </a:extLst>
          </p:cNvPr>
          <p:cNvSpPr txBox="1"/>
          <p:nvPr/>
        </p:nvSpPr>
        <p:spPr>
          <a:xfrm>
            <a:off x="7797883" y="2113613"/>
            <a:ext cx="1040318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dirty="0">
                <a:solidFill>
                  <a:srgbClr val="003C71"/>
                </a:solidFill>
              </a:rPr>
              <a:t>Dummy cycles</a:t>
            </a:r>
          </a:p>
          <a:p>
            <a:r>
              <a:rPr lang="en-US" sz="1100" dirty="0">
                <a:solidFill>
                  <a:srgbClr val="003C71"/>
                </a:solidFill>
              </a:rPr>
              <a:t>Are optional</a:t>
            </a:r>
          </a:p>
        </p:txBody>
      </p:sp>
    </p:spTree>
    <p:extLst>
      <p:ext uri="{BB962C8B-B14F-4D97-AF65-F5344CB8AC3E}">
        <p14:creationId xmlns:p14="http://schemas.microsoft.com/office/powerpoint/2010/main" val="1802469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C4EED3-2E9D-4470-ABAD-162351845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968990-66F8-43DA-8795-A57F3A138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92692"/>
          </a:xfrm>
        </p:spPr>
        <p:txBody>
          <a:bodyPr/>
          <a:lstStyle/>
          <a:p>
            <a:r>
              <a:rPr lang="en-US" dirty="0"/>
              <a:t>Read\Write (From flash memory) – 4 bit</a:t>
            </a:r>
          </a:p>
        </p:txBody>
      </p:sp>
      <p:pic>
        <p:nvPicPr>
          <p:cNvPr id="2050" name="Picture 2" descr="SPI Tutorial – Serial Peripheral Interface Bus Protocol Basics">
            <a:extLst>
              <a:ext uri="{FF2B5EF4-FFF2-40B4-BE49-F238E27FC236}">
                <a16:creationId xmlns:a16="http://schemas.microsoft.com/office/drawing/2014/main" id="{0A370201-7003-41E4-A06A-0256E5EE0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150" y="966788"/>
            <a:ext cx="5981700" cy="3209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16E632-B10F-42CE-ABA5-D021EE9BB0A2}"/>
              </a:ext>
            </a:extLst>
          </p:cNvPr>
          <p:cNvSpPr txBox="1"/>
          <p:nvPr/>
        </p:nvSpPr>
        <p:spPr>
          <a:xfrm>
            <a:off x="5945099" y="203866"/>
            <a:ext cx="1720871" cy="33855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dirty="0">
                <a:solidFill>
                  <a:srgbClr val="003C71"/>
                </a:solidFill>
              </a:rPr>
              <a:t>Dummy cycles to enable</a:t>
            </a:r>
          </a:p>
          <a:p>
            <a:pPr algn="ctr"/>
            <a:r>
              <a:rPr lang="en-US" sz="1100" dirty="0">
                <a:solidFill>
                  <a:srgbClr val="003C71"/>
                </a:solidFill>
              </a:rPr>
              <a:t>I/O direction change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9E19BF3-3B72-4133-B459-5EB9C0D21845}"/>
              </a:ext>
            </a:extLst>
          </p:cNvPr>
          <p:cNvCxnSpPr/>
          <p:nvPr/>
        </p:nvCxnSpPr>
        <p:spPr>
          <a:xfrm flipH="1">
            <a:off x="5825178" y="632585"/>
            <a:ext cx="980356" cy="1573967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9712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14D1E2-AE12-44E4-B910-6FF3493E1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DDD8DB-F75F-469F-AFE3-25933395E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77702"/>
          </a:xfrm>
        </p:spPr>
        <p:txBody>
          <a:bodyPr/>
          <a:lstStyle/>
          <a:p>
            <a:r>
              <a:rPr lang="en-US" dirty="0"/>
              <a:t>ESP32’s Communication ports units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E39C8-9C45-479E-BAF9-9ADA8156775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722527"/>
            <a:ext cx="8228012" cy="3906624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3 UARTs (first is the main and used for communication with the user and uploading code)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Up to 1 MHz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Can be mapped on almost any I/O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3 SPI (first used for main flash and PSRAM and is 4 bit wide)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Up to 80 MHz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1 Bit wide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Can be mapped on almost any I/O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Two I2C (Master\Slave)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I2S – Audio dedicated protocol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Also used along with GPIO and DAC to generate very interesting projects</a:t>
            </a:r>
          </a:p>
        </p:txBody>
      </p:sp>
    </p:spTree>
    <p:extLst>
      <p:ext uri="{BB962C8B-B14F-4D97-AF65-F5344CB8AC3E}">
        <p14:creationId xmlns:p14="http://schemas.microsoft.com/office/powerpoint/2010/main" val="2197376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744C99-9A24-4D6F-8D3C-A4CB41E8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E2556C5-CE8C-6547-B838-EA80C61A4AF7}" type="slidenum">
              <a:rPr lang="en-US" smtClean="0"/>
              <a:pPr>
                <a:spcAft>
                  <a:spcPts val="600"/>
                </a:spcAft>
              </a:pPr>
              <a:t>28</a:t>
            </a:fld>
            <a:endParaRPr lang="en-US"/>
          </a:p>
        </p:txBody>
      </p:sp>
      <p:pic>
        <p:nvPicPr>
          <p:cNvPr id="2052" name="Picture 4" descr="What Is Whole Home WiFi and Mesh WiFi? | Linksys: US">
            <a:extLst>
              <a:ext uri="{FF2B5EF4-FFF2-40B4-BE49-F238E27FC236}">
                <a16:creationId xmlns:a16="http://schemas.microsoft.com/office/drawing/2014/main" id="{A03140A1-E623-4368-9E30-FFD1B43677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5613" y="1654078"/>
            <a:ext cx="4006851" cy="2524316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A5B5C6-365A-4798-8EE3-9AAC1659E9D7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678363" y="1203324"/>
            <a:ext cx="4005264" cy="3425825"/>
          </a:xfrm>
        </p:spPr>
        <p:txBody>
          <a:bodyPr>
            <a:normAutofit/>
          </a:bodyPr>
          <a:lstStyle/>
          <a:p>
            <a:pPr marL="285750" indent="-2857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Wi-Fi basics:</a:t>
            </a:r>
            <a:endParaRPr lang="en-US"/>
          </a:p>
          <a:p>
            <a:pPr marL="511175" lvl="1" indent="-2857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0071C5"/>
                </a:solidFill>
              </a:rPr>
              <a:t>Family of wireless networking technologies</a:t>
            </a:r>
          </a:p>
          <a:p>
            <a:pPr marL="511175" lvl="1" indent="-2857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0071C5"/>
                </a:solidFill>
                <a:hlinkClick r:id="rId3" tooltip="IEEE 802.11"/>
              </a:rPr>
              <a:t>IEEE 802.11</a:t>
            </a:r>
            <a:r>
              <a:rPr lang="en-US" sz="1800">
                <a:solidFill>
                  <a:srgbClr val="0071C5"/>
                </a:solidFill>
              </a:rPr>
              <a:t> family of standards</a:t>
            </a:r>
          </a:p>
          <a:p>
            <a:pPr marL="511175" lvl="1" indent="-2857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0071C5"/>
                </a:solidFill>
              </a:rPr>
              <a:t>Used for </a:t>
            </a:r>
            <a:r>
              <a:rPr lang="en-US" sz="1800">
                <a:solidFill>
                  <a:srgbClr val="0071C5"/>
                </a:solidFill>
                <a:hlinkClick r:id="rId4" tooltip="Wireless LAN"/>
              </a:rPr>
              <a:t>local area networking</a:t>
            </a:r>
            <a:r>
              <a:rPr lang="en-US" sz="1800">
                <a:solidFill>
                  <a:srgbClr val="0071C5"/>
                </a:solidFill>
              </a:rPr>
              <a:t> of devices and </a:t>
            </a:r>
            <a:r>
              <a:rPr lang="en-US" sz="1800">
                <a:solidFill>
                  <a:srgbClr val="0071C5"/>
                </a:solidFill>
                <a:hlinkClick r:id="rId5" tooltip="Internet"/>
              </a:rPr>
              <a:t>Internet</a:t>
            </a:r>
            <a:r>
              <a:rPr lang="en-US" sz="1800">
                <a:solidFill>
                  <a:srgbClr val="0071C5"/>
                </a:solidFill>
              </a:rPr>
              <a:t> access</a:t>
            </a:r>
          </a:p>
          <a:p>
            <a:pPr marL="511175" lvl="1" indent="-2857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0071C5"/>
                </a:solidFill>
              </a:rPr>
              <a:t>20-150 meters range</a:t>
            </a:r>
          </a:p>
          <a:p>
            <a:pPr marL="511175" lvl="1" indent="-2857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0071C5"/>
                </a:solidFill>
              </a:rPr>
              <a:t>Standard defines 16 channels for communication</a:t>
            </a:r>
          </a:p>
          <a:p>
            <a:pPr marL="857250" lvl="2" indent="-2857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>
                <a:solidFill>
                  <a:srgbClr val="0071C5"/>
                </a:solidFill>
              </a:rPr>
              <a:t>Enables multiple access points at the same physical location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CD3F10-262A-49AA-92F3-A28E2073C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868680"/>
          </a:xfrm>
        </p:spPr>
        <p:txBody>
          <a:bodyPr anchor="t">
            <a:normAutofit/>
          </a:bodyPr>
          <a:lstStyle/>
          <a:p>
            <a:pPr>
              <a:spcBef>
                <a:spcPts val="600"/>
              </a:spcBef>
            </a:pPr>
            <a:r>
              <a:rPr lang="en-US">
                <a:solidFill>
                  <a:srgbClr val="003C71"/>
                </a:solidFill>
              </a:rPr>
              <a:t>Wi-fi basics</a:t>
            </a:r>
          </a:p>
        </p:txBody>
      </p:sp>
    </p:spTree>
    <p:extLst>
      <p:ext uri="{BB962C8B-B14F-4D97-AF65-F5344CB8AC3E}">
        <p14:creationId xmlns:p14="http://schemas.microsoft.com/office/powerpoint/2010/main" val="3475864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40CFCF-F001-4EE6-9C65-09F02A900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 anchor="ctr">
            <a:norm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EE2556C5-CE8C-6547-B838-EA80C61A4A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ntel Clear"/>
                <a:ea typeface="+mn-ea"/>
                <a:cs typeface="Intel Clear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l Clear"/>
              <a:ea typeface="+mn-ea"/>
              <a:cs typeface="Intel Clear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E51CA8-717B-4C35-A534-6CC1C2CF4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68814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Communication options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5F661F96-7926-81F9-09E4-AE4CB9ED1C4B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33157575"/>
              </p:ext>
            </p:extLst>
          </p:nvPr>
        </p:nvGraphicFramePr>
        <p:xfrm>
          <a:off x="457201" y="649950"/>
          <a:ext cx="8228012" cy="34258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2" descr="Image result for wi-fi images&quot;">
            <a:extLst>
              <a:ext uri="{FF2B5EF4-FFF2-40B4-BE49-F238E27FC236}">
                <a16:creationId xmlns:a16="http://schemas.microsoft.com/office/drawing/2014/main" id="{1AA96BEC-BB0A-4B2E-A180-DD594156D7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6716" y="1117232"/>
            <a:ext cx="2052203" cy="1341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875083-983E-4751-8BCC-76C39EC4A29A}"/>
              </a:ext>
            </a:extLst>
          </p:cNvPr>
          <p:cNvSpPr txBox="1"/>
          <p:nvPr/>
        </p:nvSpPr>
        <p:spPr>
          <a:xfrm>
            <a:off x="7018350" y="2434087"/>
            <a:ext cx="208073" cy="169277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>
            <a:spAutoFit/>
          </a:bodyPr>
          <a:lstStyle/>
          <a:p>
            <a:r>
              <a:rPr lang="en-US" sz="1100" dirty="0">
                <a:solidFill>
                  <a:srgbClr val="003C71"/>
                </a:solidFill>
              </a:rPr>
              <a:t>AP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33D9A9-F1AE-487A-AED1-17798E21C4F3}"/>
              </a:ext>
            </a:extLst>
          </p:cNvPr>
          <p:cNvSpPr txBox="1"/>
          <p:nvPr/>
        </p:nvSpPr>
        <p:spPr>
          <a:xfrm>
            <a:off x="5673940" y="1232076"/>
            <a:ext cx="573145" cy="507831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100" dirty="0">
                <a:solidFill>
                  <a:srgbClr val="003C71"/>
                </a:solidFill>
              </a:rPr>
              <a:t>End Point device</a:t>
            </a:r>
          </a:p>
        </p:txBody>
      </p:sp>
    </p:spTree>
    <p:extLst>
      <p:ext uri="{BB962C8B-B14F-4D97-AF65-F5344CB8AC3E}">
        <p14:creationId xmlns:p14="http://schemas.microsoft.com/office/powerpoint/2010/main" val="3197279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744C99-9A24-4D6F-8D3C-A4CB41E8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CD3F10-262A-49AA-92F3-A28E2073C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79883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3600"/>
              <a:t>Wi-fi basics: our esp32 </a:t>
            </a:r>
            <a:endParaRPr lang="en-US" sz="3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A5B5C6-365A-4798-8EE3-9AAC1659E9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2" y="715109"/>
            <a:ext cx="8550339" cy="3914042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/>
              <a:t>Runs full network stack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/>
              <a:t>Can function as: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/>
              <a:t>AP</a:t>
            </a:r>
          </a:p>
          <a:p>
            <a:pPr marL="8572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/>
              <a:t>By default, enables up to 4 users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/>
              <a:t>STA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/>
              <a:t>Both*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F7A131-4C6E-4746-9212-8A0463400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247" y="2000328"/>
            <a:ext cx="4030704" cy="268171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49C436-C2C7-4639-B7CA-959597DE5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5761" y="2232004"/>
            <a:ext cx="2995020" cy="16428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11628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40CFCF-F001-4EE6-9C65-09F02A900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 anchor="ctr">
            <a:norm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EE2556C5-CE8C-6547-B838-EA80C61A4A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ntel Clear"/>
                <a:ea typeface="+mn-ea"/>
                <a:cs typeface="Intel Clear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l Clear"/>
              <a:ea typeface="+mn-ea"/>
              <a:cs typeface="Intel Clear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E51CA8-717B-4C35-A534-6CC1C2CF4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68814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HTML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5F661F96-7926-81F9-09E4-AE4CB9ED1C4B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666485187"/>
              </p:ext>
            </p:extLst>
          </p:nvPr>
        </p:nvGraphicFramePr>
        <p:xfrm>
          <a:off x="516386" y="928117"/>
          <a:ext cx="8228012" cy="34258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38004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4109C7-EA7E-4815-A02E-48B3E8DA2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927" y="1"/>
            <a:ext cx="4106508" cy="4768849"/>
          </a:xfrm>
          <a:prstGeom prst="rect">
            <a:avLst/>
          </a:prstGeom>
          <a:noFill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FCD3F10-262A-49AA-92F3-A28E2073C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4006850" cy="868680"/>
          </a:xfrm>
        </p:spPr>
        <p:txBody>
          <a:bodyPr anchor="t"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300">
                <a:solidFill>
                  <a:srgbClr val="003C71"/>
                </a:solidFill>
              </a:rPr>
              <a:t>webserver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744C99-9A24-4D6F-8D3C-A4CB41E8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E2556C5-CE8C-6547-B838-EA80C61A4AF7}" type="slidenum">
              <a:rPr lang="en-US" smtClean="0"/>
              <a:pPr>
                <a:spcAft>
                  <a:spcPts val="600"/>
                </a:spcAft>
              </a:pPr>
              <a:t>32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A5B5C6-365A-4798-8EE3-9AAC1659E9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5614" y="1325244"/>
            <a:ext cx="4006850" cy="3425825"/>
          </a:xfrm>
        </p:spPr>
        <p:txBody>
          <a:bodyPr>
            <a:normAutofit/>
          </a:bodyPr>
          <a:lstStyle/>
          <a:p>
            <a:pPr marL="285750" indent="-2857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300"/>
              <a:t>Web pages are hosted on a webserver</a:t>
            </a:r>
          </a:p>
          <a:p>
            <a:pPr marL="511175" lvl="1" indent="-2857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300">
                <a:solidFill>
                  <a:srgbClr val="0071C5"/>
                </a:solidFill>
              </a:rPr>
              <a:t>Most commonly written in HTML5 + JAVA script</a:t>
            </a:r>
          </a:p>
          <a:p>
            <a:pPr marL="511175" lvl="1" indent="-2857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300">
                <a:solidFill>
                  <a:srgbClr val="0071C5"/>
                </a:solidFill>
              </a:rPr>
              <a:t>There are various HTML5 emulators out there</a:t>
            </a: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300"/>
              <a:t>Has a specific IP address (192.168.14.1 for example)</a:t>
            </a: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300"/>
              <a:t>Is a passive device</a:t>
            </a: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300"/>
              <a:t>We need a browser to access it</a:t>
            </a:r>
          </a:p>
          <a:p>
            <a:pPr marL="511175" lvl="1" indent="-2857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300">
                <a:solidFill>
                  <a:srgbClr val="0071C5"/>
                </a:solidFill>
              </a:rPr>
              <a:t>Browser </a:t>
            </a:r>
            <a:r>
              <a:rPr lang="en-US" sz="1300" b="1">
                <a:solidFill>
                  <a:srgbClr val="0071C5"/>
                </a:solidFill>
                <a:highlight>
                  <a:srgbClr val="FFFF00"/>
                </a:highlight>
              </a:rPr>
              <a:t>is</a:t>
            </a:r>
            <a:r>
              <a:rPr lang="en-US" sz="1300">
                <a:solidFill>
                  <a:srgbClr val="0071C5"/>
                </a:solidFill>
              </a:rPr>
              <a:t> executing the HTML5 code</a:t>
            </a:r>
          </a:p>
          <a:p>
            <a:pPr marL="511175" lvl="1" indent="-2857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300">
                <a:solidFill>
                  <a:srgbClr val="0071C5"/>
                </a:solidFill>
              </a:rPr>
              <a:t>The communication protocol is HTTP</a:t>
            </a: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300"/>
              <a:t>There are large number of hosting providers</a:t>
            </a: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300"/>
              <a:t>IP address can be replaced by a name</a:t>
            </a:r>
          </a:p>
          <a:p>
            <a:pPr marL="511175" lvl="1" indent="-2857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300">
                <a:solidFill>
                  <a:srgbClr val="0071C5"/>
                </a:solidFill>
              </a:rPr>
              <a:t>DNS server translates the name to the specific IP address</a:t>
            </a: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300">
                <a:highlight>
                  <a:srgbClr val="FFFF00"/>
                </a:highlight>
              </a:rPr>
              <a:t>ESP32 can run a webserver! </a:t>
            </a:r>
          </a:p>
          <a:p>
            <a:pPr marL="511175" lvl="1" indent="-2857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300">
              <a:solidFill>
                <a:srgbClr val="0071C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5779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744C99-9A24-4D6F-8D3C-A4CB41E8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E2556C5-CE8C-6547-B838-EA80C61A4AF7}" type="slidenum">
              <a:rPr lang="en-US" smtClean="0"/>
              <a:pPr>
                <a:spcAft>
                  <a:spcPts val="600"/>
                </a:spcAft>
              </a:pPr>
              <a:t>33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CD3F10-262A-49AA-92F3-A28E2073C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868680"/>
          </a:xfrm>
        </p:spPr>
        <p:txBody>
          <a:bodyPr anchor="t">
            <a:normAutofit/>
          </a:bodyPr>
          <a:lstStyle/>
          <a:p>
            <a:pPr>
              <a:spcBef>
                <a:spcPts val="600"/>
              </a:spcBef>
            </a:pPr>
            <a:r>
              <a:rPr lang="en-US" dirty="0">
                <a:solidFill>
                  <a:srgbClr val="003C71"/>
                </a:solidFill>
              </a:rPr>
              <a:t>Webserver – what can we do with it?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72B64FC6-D49A-3FD9-8255-C0499C39E1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6667089"/>
              </p:ext>
            </p:extLst>
          </p:nvPr>
        </p:nvGraphicFramePr>
        <p:xfrm>
          <a:off x="455613" y="1203325"/>
          <a:ext cx="8228013" cy="34258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0505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744C99-9A24-4D6F-8D3C-A4CB41E8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E2556C5-CE8C-6547-B838-EA80C61A4AF7}" type="slidenum">
              <a:rPr lang="en-US" smtClean="0"/>
              <a:pPr>
                <a:spcAft>
                  <a:spcPts val="600"/>
                </a:spcAft>
              </a:pPr>
              <a:t>34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CD3F10-262A-49AA-92F3-A28E2073C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868680"/>
          </a:xfrm>
        </p:spPr>
        <p:txBody>
          <a:bodyPr anchor="t">
            <a:normAutofit/>
          </a:bodyPr>
          <a:lstStyle/>
          <a:p>
            <a:pPr>
              <a:spcBef>
                <a:spcPts val="600"/>
              </a:spcBef>
            </a:pPr>
            <a:r>
              <a:rPr lang="en-US"/>
              <a:t>Webserver – workflow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E267C156-E55F-6F14-710C-833F0F0F7945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290011188"/>
              </p:ext>
            </p:extLst>
          </p:nvPr>
        </p:nvGraphicFramePr>
        <p:xfrm>
          <a:off x="455613" y="1203325"/>
          <a:ext cx="8228012" cy="34258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64368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744C99-9A24-4D6F-8D3C-A4CB41E8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E2556C5-CE8C-6547-B838-EA80C61A4AF7}" type="slidenum">
              <a:rPr lang="en-US" smtClean="0"/>
              <a:pPr>
                <a:spcAft>
                  <a:spcPts val="600"/>
                </a:spcAft>
              </a:pPr>
              <a:t>35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E84ADF-B740-4776-87C7-4AB40C11F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361" y="1203324"/>
            <a:ext cx="3635354" cy="3425825"/>
          </a:xfrm>
          <a:prstGeom prst="rect">
            <a:avLst/>
          </a:prstGeom>
          <a:noFill/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E6B839-BF29-4E94-9095-6B2F6CEAA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7819" y="1203324"/>
            <a:ext cx="2766352" cy="3425825"/>
          </a:xfrm>
          <a:prstGeom prst="rect">
            <a:avLst/>
          </a:prstGeom>
          <a:noFill/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FCD3F10-262A-49AA-92F3-A28E2073C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868680"/>
          </a:xfrm>
        </p:spPr>
        <p:txBody>
          <a:bodyPr anchor="t">
            <a:normAutofit/>
          </a:bodyPr>
          <a:lstStyle/>
          <a:p>
            <a:pPr>
              <a:spcBef>
                <a:spcPts val="600"/>
              </a:spcBef>
            </a:pPr>
            <a:r>
              <a:rPr lang="en-US">
                <a:solidFill>
                  <a:srgbClr val="003C71"/>
                </a:solidFill>
              </a:rPr>
              <a:t>Webserver – Init code</a:t>
            </a:r>
          </a:p>
        </p:txBody>
      </p:sp>
    </p:spTree>
    <p:extLst>
      <p:ext uri="{BB962C8B-B14F-4D97-AF65-F5344CB8AC3E}">
        <p14:creationId xmlns:p14="http://schemas.microsoft.com/office/powerpoint/2010/main" val="1554997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E09051D-9811-4CEB-AC65-05F15163F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613" y="1887735"/>
            <a:ext cx="8228013" cy="2057004"/>
          </a:xfrm>
          <a:prstGeom prst="rect">
            <a:avLst/>
          </a:prstGeom>
          <a:noFill/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744C99-9A24-4D6F-8D3C-A4CB41E8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E2556C5-CE8C-6547-B838-EA80C61A4AF7}" type="slidenum">
              <a:rPr lang="en-US" smtClean="0"/>
              <a:pPr>
                <a:spcAft>
                  <a:spcPts val="600"/>
                </a:spcAft>
              </a:pPr>
              <a:t>36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CD3F10-262A-49AA-92F3-A28E2073C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868680"/>
          </a:xfrm>
        </p:spPr>
        <p:txBody>
          <a:bodyPr anchor="t">
            <a:normAutofit/>
          </a:bodyPr>
          <a:lstStyle/>
          <a:p>
            <a:pPr>
              <a:spcBef>
                <a:spcPts val="600"/>
              </a:spcBef>
            </a:pPr>
            <a:r>
              <a:rPr lang="en-US">
                <a:solidFill>
                  <a:srgbClr val="003C71"/>
                </a:solidFill>
              </a:rPr>
              <a:t>Webserver – INIT code</a:t>
            </a:r>
          </a:p>
        </p:txBody>
      </p:sp>
    </p:spTree>
    <p:extLst>
      <p:ext uri="{BB962C8B-B14F-4D97-AF65-F5344CB8AC3E}">
        <p14:creationId xmlns:p14="http://schemas.microsoft.com/office/powerpoint/2010/main" val="3263317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5C7DBF9-8821-4413-9882-00A2B4401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880" y="1203325"/>
            <a:ext cx="7655479" cy="3425825"/>
          </a:xfrm>
          <a:prstGeom prst="rect">
            <a:avLst/>
          </a:prstGeom>
          <a:noFill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744C99-9A24-4D6F-8D3C-A4CB41E8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E2556C5-CE8C-6547-B838-EA80C61A4AF7}" type="slidenum">
              <a:rPr lang="en-US" smtClean="0"/>
              <a:pPr>
                <a:spcAft>
                  <a:spcPts val="600"/>
                </a:spcAft>
              </a:pPr>
              <a:t>37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CD3F10-262A-49AA-92F3-A28E2073C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868680"/>
          </a:xfrm>
        </p:spPr>
        <p:txBody>
          <a:bodyPr anchor="t">
            <a:normAutofit/>
          </a:bodyPr>
          <a:lstStyle/>
          <a:p>
            <a:pPr>
              <a:spcBef>
                <a:spcPts val="600"/>
              </a:spcBef>
            </a:pPr>
            <a:r>
              <a:rPr lang="en-US">
                <a:solidFill>
                  <a:srgbClr val="003C71"/>
                </a:solidFill>
              </a:rPr>
              <a:t>Webserver – html data</a:t>
            </a:r>
          </a:p>
        </p:txBody>
      </p:sp>
    </p:spTree>
    <p:extLst>
      <p:ext uri="{BB962C8B-B14F-4D97-AF65-F5344CB8AC3E}">
        <p14:creationId xmlns:p14="http://schemas.microsoft.com/office/powerpoint/2010/main" val="384169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157233-EC5F-4AB8-BF4E-863412F94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E2556C5-CE8C-6547-B838-EA80C61A4AF7}" type="slidenum">
              <a:rPr lang="en-US" smtClean="0"/>
              <a:pPr>
                <a:spcAft>
                  <a:spcPts val="600"/>
                </a:spcAft>
              </a:pPr>
              <a:t>38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819DE-3E85-490B-BE80-F9200B91C2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5613" y="1203324"/>
            <a:ext cx="4006851" cy="3425825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For static data with pre-defined start conditions: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/>
              <a:t>const char mainMenuPage[]PROGMEM = R"rawliteral(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71C5"/>
                </a:solidFill>
              </a:rPr>
              <a:t>HTML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)</a:t>
            </a:r>
            <a:r>
              <a:rPr lang="en-US" err="1"/>
              <a:t>rawliteral</a:t>
            </a:r>
            <a:r>
              <a:rPr lang="en-US"/>
              <a:t>";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For </a:t>
            </a:r>
            <a:r>
              <a:rPr lang="en-US" b="1"/>
              <a:t>dynamic data </a:t>
            </a:r>
            <a:r>
              <a:rPr lang="en-US"/>
              <a:t>with interactive page we need to use String and build the page in real time!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  <p:pic>
        <p:nvPicPr>
          <p:cNvPr id="3074" name="Picture 2" descr="What is a webserver and How it works? -">
            <a:extLst>
              <a:ext uri="{FF2B5EF4-FFF2-40B4-BE49-F238E27FC236}">
                <a16:creationId xmlns:a16="http://schemas.microsoft.com/office/drawing/2014/main" id="{81FDAFC9-D213-47FD-8B43-718566B27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78363" y="1973101"/>
            <a:ext cx="4005264" cy="1886271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062CBCF-B3CA-4317-9016-54D494C2D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868680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rgbClr val="003C71"/>
                </a:solidFill>
              </a:rPr>
              <a:t>Webserver – html data</a:t>
            </a:r>
          </a:p>
        </p:txBody>
      </p:sp>
    </p:spTree>
    <p:extLst>
      <p:ext uri="{BB962C8B-B14F-4D97-AF65-F5344CB8AC3E}">
        <p14:creationId xmlns:p14="http://schemas.microsoft.com/office/powerpoint/2010/main" val="45496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E3DFE6-6742-4651-92CA-250425F97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589F46-9087-4D5C-87AB-7AB0D3A6C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25" y="202041"/>
            <a:ext cx="8229600" cy="380651"/>
          </a:xfrm>
        </p:spPr>
        <p:txBody>
          <a:bodyPr/>
          <a:lstStyle/>
          <a:p>
            <a:r>
              <a:rPr lang="en-US" dirty="0"/>
              <a:t>How does it looks like…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D4EEEE-F122-487D-B84A-7590AE455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975" y="801948"/>
            <a:ext cx="1655873" cy="35396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4A0632-2833-4A40-A154-B560E1A43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637" y="801948"/>
            <a:ext cx="1648931" cy="35396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63C456-643B-4665-807C-AF40417EE4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2806" y="801948"/>
            <a:ext cx="1648931" cy="35353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2EBB5C-00C7-4A0E-8CF2-02604A2EE5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4254" y="1177675"/>
            <a:ext cx="2348586" cy="21721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E243132-4924-40D1-8FBE-B91012733E9F}"/>
              </a:ext>
            </a:extLst>
          </p:cNvPr>
          <p:cNvCxnSpPr/>
          <p:nvPr/>
        </p:nvCxnSpPr>
        <p:spPr>
          <a:xfrm flipV="1">
            <a:off x="1559511" y="1592062"/>
            <a:ext cx="855215" cy="399495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878AC90-4FB9-49D6-9591-5B5601A7A0B6}"/>
              </a:ext>
            </a:extLst>
          </p:cNvPr>
          <p:cNvCxnSpPr/>
          <p:nvPr/>
        </p:nvCxnSpPr>
        <p:spPr>
          <a:xfrm>
            <a:off x="1512163" y="2453196"/>
            <a:ext cx="3083511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932FE31-5EFE-44B5-99F7-6A1AF8BC90BF}"/>
              </a:ext>
            </a:extLst>
          </p:cNvPr>
          <p:cNvCxnSpPr/>
          <p:nvPr/>
        </p:nvCxnSpPr>
        <p:spPr>
          <a:xfrm flipV="1">
            <a:off x="5959876" y="1814004"/>
            <a:ext cx="547456" cy="547456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D075E91-5C13-4E5C-AC87-0FD80B8C858E}"/>
              </a:ext>
            </a:extLst>
          </p:cNvPr>
          <p:cNvCxnSpPr/>
          <p:nvPr/>
        </p:nvCxnSpPr>
        <p:spPr>
          <a:xfrm flipH="1">
            <a:off x="2089212" y="2024109"/>
            <a:ext cx="1050524" cy="18347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009A4EE-7A25-4B30-8156-053F768DD953}"/>
              </a:ext>
            </a:extLst>
          </p:cNvPr>
          <p:cNvCxnSpPr/>
          <p:nvPr/>
        </p:nvCxnSpPr>
        <p:spPr>
          <a:xfrm flipH="1" flipV="1">
            <a:off x="2089212" y="2805344"/>
            <a:ext cx="3086470" cy="63031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23DC895-548F-4E38-9DA0-EC2C94AE735F}"/>
              </a:ext>
            </a:extLst>
          </p:cNvPr>
          <p:cNvCxnSpPr/>
          <p:nvPr/>
        </p:nvCxnSpPr>
        <p:spPr>
          <a:xfrm flipV="1">
            <a:off x="5785282" y="1775534"/>
            <a:ext cx="677662" cy="216023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D4B4DAD-96B4-4A34-892D-67213CE60CF1}"/>
              </a:ext>
            </a:extLst>
          </p:cNvPr>
          <p:cNvCxnSpPr/>
          <p:nvPr/>
        </p:nvCxnSpPr>
        <p:spPr>
          <a:xfrm flipV="1">
            <a:off x="5779363" y="1991557"/>
            <a:ext cx="683581" cy="106828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6346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17F0D4F-6A5A-4A04-8C9C-998BE6414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3740" y="1203325"/>
            <a:ext cx="3151758" cy="3425825"/>
          </a:xfrm>
          <a:prstGeom prst="rect">
            <a:avLst/>
          </a:prstGeom>
          <a:noFill/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744C99-9A24-4D6F-8D3C-A4CB41E8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E2556C5-CE8C-6547-B838-EA80C61A4AF7}" type="slidenum">
              <a:rPr lang="en-US" smtClean="0"/>
              <a:pPr>
                <a:spcAft>
                  <a:spcPts val="600"/>
                </a:spcAft>
              </a:pPr>
              <a:t>40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CD3F10-262A-49AA-92F3-A28E2073C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439297"/>
          </a:xfrm>
        </p:spPr>
        <p:txBody>
          <a:bodyPr anchor="t">
            <a:normAutofit/>
          </a:bodyPr>
          <a:lstStyle/>
          <a:p>
            <a:pPr>
              <a:spcBef>
                <a:spcPts val="600"/>
              </a:spcBef>
            </a:pPr>
            <a:r>
              <a:rPr lang="en-US" dirty="0">
                <a:solidFill>
                  <a:srgbClr val="003C71"/>
                </a:solidFill>
              </a:rPr>
              <a:t>Webserver – handle the client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EA04DD-6E8F-4B0D-826B-A111CA3AD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403" y="1177528"/>
            <a:ext cx="1949550" cy="2413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516356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B6518C-35FA-488C-A62F-6D7373906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6982" y="1203325"/>
            <a:ext cx="4725275" cy="3425825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744C99-9A24-4D6F-8D3C-A4CB41E8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E2556C5-CE8C-6547-B838-EA80C61A4AF7}" type="slidenum">
              <a:rPr lang="en-US" smtClean="0"/>
              <a:pPr>
                <a:spcAft>
                  <a:spcPts val="600"/>
                </a:spcAft>
              </a:pPr>
              <a:t>41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CD3F10-262A-49AA-92F3-A28E2073C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868680"/>
          </a:xfrm>
        </p:spPr>
        <p:txBody>
          <a:bodyPr anchor="t">
            <a:normAutofit/>
          </a:bodyPr>
          <a:lstStyle/>
          <a:p>
            <a:pPr>
              <a:spcBef>
                <a:spcPts val="600"/>
              </a:spcBef>
            </a:pPr>
            <a:r>
              <a:rPr lang="en-US">
                <a:solidFill>
                  <a:srgbClr val="003C71"/>
                </a:solidFill>
              </a:rPr>
              <a:t>Webserver – processing incoming data</a:t>
            </a:r>
          </a:p>
        </p:txBody>
      </p:sp>
    </p:spTree>
    <p:extLst>
      <p:ext uri="{BB962C8B-B14F-4D97-AF65-F5344CB8AC3E}">
        <p14:creationId xmlns:p14="http://schemas.microsoft.com/office/powerpoint/2010/main" val="1478037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593B7C-E8D2-4B46-B78A-999B8BAA3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E2556C5-CE8C-6547-B838-EA80C61A4AF7}" type="slidenum">
              <a:rPr lang="en-US" smtClean="0"/>
              <a:pPr>
                <a:spcAft>
                  <a:spcPts val="600"/>
                </a:spcAft>
              </a:pPr>
              <a:t>42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98216D-561B-4FF6-8D04-24AA74CC1B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5613" y="1203324"/>
            <a:ext cx="4006851" cy="3425825"/>
          </a:xfrm>
        </p:spPr>
        <p:txBody>
          <a:bodyPr>
            <a:normAutofit/>
          </a:bodyPr>
          <a:lstStyle/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b="1"/>
              <a:t>Domain Name System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b="1"/>
              <a:t>MDNS – Is a zero-configuration service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b="1"/>
              <a:t>Enables usage of names instead of IP address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b="1"/>
              <a:t>Our ESP32 runs Multicast DNS (MDNS)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b="1"/>
              <a:t>Windows and Apple devices can work with MDNS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b="1"/>
              <a:t>Sadly Android does not 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b="1"/>
              <a:t>Usage:</a:t>
            </a:r>
          </a:p>
          <a:p>
            <a:pPr marL="511175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71C5"/>
                </a:solidFill>
                <a:hlinkClick r:id="rId2"/>
              </a:rPr>
              <a:t>http://esp32</a:t>
            </a:r>
            <a:r>
              <a:rPr lang="en-US" sz="1400" b="1">
                <a:solidFill>
                  <a:srgbClr val="0071C5"/>
                </a:solidFill>
                <a:highlight>
                  <a:srgbClr val="FFFF00"/>
                </a:highlight>
                <a:hlinkClick r:id="rId2"/>
              </a:rPr>
              <a:t>.local</a:t>
            </a:r>
            <a:r>
              <a:rPr lang="en-US" sz="1400" b="1">
                <a:solidFill>
                  <a:srgbClr val="0071C5"/>
                </a:solidFill>
                <a:hlinkClick r:id="rId2"/>
              </a:rPr>
              <a:t>/</a:t>
            </a:r>
            <a:endParaRPr lang="en-US" sz="1400" b="1">
              <a:solidFill>
                <a:srgbClr val="0071C5"/>
              </a:solidFill>
            </a:endParaRPr>
          </a:p>
          <a:p>
            <a:pPr marL="511175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71C5"/>
                </a:solidFill>
              </a:rPr>
              <a:t>No MDNS support - </a:t>
            </a:r>
            <a:r>
              <a:rPr lang="en-US" sz="1400" b="1">
                <a:solidFill>
                  <a:srgbClr val="0071C5"/>
                </a:solidFill>
                <a:hlinkClick r:id="rId3"/>
              </a:rPr>
              <a:t>http://192.168.14.1/</a:t>
            </a:r>
            <a:r>
              <a:rPr lang="en-US" sz="1400" b="1">
                <a:solidFill>
                  <a:srgbClr val="0071C5"/>
                </a:solidFill>
              </a:rPr>
              <a:t> (just an example IP)</a:t>
            </a:r>
          </a:p>
          <a:p>
            <a:pPr marL="511175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400">
              <a:solidFill>
                <a:srgbClr val="0071C5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E19BFC-531D-4A69-AB7A-52BD42626B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8363" y="2220322"/>
            <a:ext cx="4005264" cy="1391828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0DA84AE-279B-4C0A-A00C-BC68F43ED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868680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rgbClr val="003C71"/>
                </a:solidFill>
              </a:rPr>
              <a:t>Multicast DNS</a:t>
            </a:r>
          </a:p>
        </p:txBody>
      </p:sp>
    </p:spTree>
    <p:extLst>
      <p:ext uri="{BB962C8B-B14F-4D97-AF65-F5344CB8AC3E}">
        <p14:creationId xmlns:p14="http://schemas.microsoft.com/office/powerpoint/2010/main" val="1548630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FF6DCD-B39F-48CD-83C3-B2F86A1E1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79C472F-5734-47D5-8B13-837729399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3748"/>
            <a:ext cx="8229600" cy="370602"/>
          </a:xfrm>
        </p:spPr>
        <p:txBody>
          <a:bodyPr/>
          <a:lstStyle/>
          <a:p>
            <a:r>
              <a:rPr lang="en-US" dirty="0"/>
              <a:t>No </a:t>
            </a:r>
            <a:r>
              <a:rPr lang="en-US" dirty="0" err="1"/>
              <a:t>mdns</a:t>
            </a:r>
            <a:r>
              <a:rPr lang="en-US" dirty="0"/>
              <a:t> on Android so… (buy an iPhone </a:t>
            </a:r>
            <a:r>
              <a:rPr lang="en-US" dirty="0">
                <a:sym typeface="Wingdings" panose="05000000000000000000" pitchFamily="2" charset="2"/>
              </a:rPr>
              <a:t> or)</a:t>
            </a:r>
            <a:endParaRPr lang="en-US" dirty="0"/>
          </a:p>
        </p:txBody>
      </p:sp>
      <p:pic>
        <p:nvPicPr>
          <p:cNvPr id="6" name="Picture 5" descr="A screen shot of a smart phone&#10;&#10;Description automatically generated">
            <a:extLst>
              <a:ext uri="{FF2B5EF4-FFF2-40B4-BE49-F238E27FC236}">
                <a16:creationId xmlns:a16="http://schemas.microsoft.com/office/drawing/2014/main" id="{17E44084-A604-4F48-BBF2-DCC799E8A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853" y="628649"/>
            <a:ext cx="1752598" cy="3797297"/>
          </a:xfrm>
          <a:prstGeom prst="rect">
            <a:avLst/>
          </a:prstGeom>
        </p:spPr>
      </p:pic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15FD725A-C0D2-4DCF-BAF3-F10462A67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9639" y="628649"/>
            <a:ext cx="1752599" cy="3797300"/>
          </a:xfrm>
          <a:prstGeom prst="rect">
            <a:avLst/>
          </a:prstGeom>
        </p:spPr>
      </p:pic>
      <p:pic>
        <p:nvPicPr>
          <p:cNvPr id="10" name="Picture 9" descr="A screenshot of a cell phone&#10;&#10;Description automatically generated">
            <a:extLst>
              <a:ext uri="{FF2B5EF4-FFF2-40B4-BE49-F238E27FC236}">
                <a16:creationId xmlns:a16="http://schemas.microsoft.com/office/drawing/2014/main" id="{3D050D2A-767E-4567-B538-45961B0377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1991" y="628646"/>
            <a:ext cx="1752600" cy="3797300"/>
          </a:xfrm>
          <a:prstGeom prst="rect">
            <a:avLst/>
          </a:prstGeom>
        </p:spPr>
      </p:pic>
      <p:pic>
        <p:nvPicPr>
          <p:cNvPr id="12" name="Picture 11" descr="A screenshot of a cell phone&#10;&#10;Description automatically generated">
            <a:extLst>
              <a:ext uri="{FF2B5EF4-FFF2-40B4-BE49-F238E27FC236}">
                <a16:creationId xmlns:a16="http://schemas.microsoft.com/office/drawing/2014/main" id="{DE326BE5-D38A-4794-92E7-3313E7434C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776" y="628646"/>
            <a:ext cx="1752600" cy="3797300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25D55CA-5DF0-439A-8E29-2FBFBE89680A}"/>
              </a:ext>
            </a:extLst>
          </p:cNvPr>
          <p:cNvCxnSpPr/>
          <p:nvPr/>
        </p:nvCxnSpPr>
        <p:spPr>
          <a:xfrm flipH="1">
            <a:off x="6553200" y="3067050"/>
            <a:ext cx="1562100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C18FD72-2A52-4A14-8E3C-1F1D218203F2}"/>
              </a:ext>
            </a:extLst>
          </p:cNvPr>
          <p:cNvCxnSpPr/>
          <p:nvPr/>
        </p:nvCxnSpPr>
        <p:spPr>
          <a:xfrm flipH="1" flipV="1">
            <a:off x="4286250" y="1295400"/>
            <a:ext cx="812800" cy="177165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15654D4-1310-431E-A6BB-68D66EE272E6}"/>
              </a:ext>
            </a:extLst>
          </p:cNvPr>
          <p:cNvCxnSpPr/>
          <p:nvPr/>
        </p:nvCxnSpPr>
        <p:spPr>
          <a:xfrm flipH="1" flipV="1">
            <a:off x="2181376" y="2774950"/>
            <a:ext cx="1571474" cy="100330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6925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744C99-9A24-4D6F-8D3C-A4CB41E8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A5B5C6-365A-4798-8EE3-9AAC1659E9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715109"/>
            <a:ext cx="8228012" cy="3914042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Protocol developed by </a:t>
            </a:r>
            <a:r>
              <a:rPr lang="en-US" dirty="0" err="1"/>
              <a:t>Espressif</a:t>
            </a:r>
            <a:endParaRPr lang="en-US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Enables multiple devices to communicate without using Wi-Fi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Low-power 2.4GHz wireless connectivity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Encrypted and unencrypted unicast communication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Up to 250-byte payload can be carried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10 encrypted peers at the most (STA mode), 6 for </a:t>
            </a:r>
            <a:r>
              <a:rPr lang="en-US" dirty="0" err="1"/>
              <a:t>SoftAP</a:t>
            </a:r>
            <a:r>
              <a:rPr lang="en-US" dirty="0"/>
              <a:t> or STA + </a:t>
            </a:r>
            <a:r>
              <a:rPr lang="en-US" dirty="0" err="1"/>
              <a:t>SoftAP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EC1960-0710-42C1-8B0A-4665A64FE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3701" y="41890"/>
            <a:ext cx="2351836" cy="6732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C7A402-78E7-4D22-801D-EB951135D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2795652"/>
            <a:ext cx="2617365" cy="18761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70351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744C99-9A24-4D6F-8D3C-A4CB41E8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CD3F10-262A-49AA-92F3-A28E2073C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79883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3600" dirty="0" err="1"/>
              <a:t>Esp</a:t>
            </a:r>
            <a:r>
              <a:rPr lang="en-US" sz="3600" dirty="0"/>
              <a:t>-now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A5B5C6-365A-4798-8EE3-9AAC1659E9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715109"/>
            <a:ext cx="8228012" cy="3914042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Works with MAC address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Need to know the our MAC and the Peer’s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Initialize the protocol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Register callback functions for send and receive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Register peers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Upon sending the send function will be called: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With status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With the MAC of the targeted peer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Upon receiving the receive function will be called: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With the MAC of the sender</a:t>
            </a:r>
          </a:p>
          <a:p>
            <a:pPr marL="511175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With the received data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CD740F-035D-419D-923E-4431F1944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2371" y="416145"/>
            <a:ext cx="2762392" cy="5588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A27537-E429-4EEC-8B70-DC7BEE487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771" y="1094540"/>
            <a:ext cx="3425162" cy="5416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B74540-5EA9-4A02-8111-F55BC8B917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5289" y="1717892"/>
            <a:ext cx="2239474" cy="5954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F44AA83-D29E-4C69-BAF1-029E0D84F5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320" y="2473262"/>
            <a:ext cx="3181387" cy="5161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DDAFFD-B164-44D2-98CC-ECE3EA8C8A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0883" y="3938389"/>
            <a:ext cx="3673880" cy="4848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10364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744C99-9A24-4D6F-8D3C-A4CB41E8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E2556C5-CE8C-6547-B838-EA80C61A4AF7}" type="slidenum">
              <a:rPr lang="en-US" smtClean="0"/>
              <a:pPr>
                <a:spcAft>
                  <a:spcPts val="600"/>
                </a:spcAft>
              </a:pPr>
              <a:t>46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6A41D2-0362-4A72-9A6B-AE89ACCD6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613" y="1503822"/>
            <a:ext cx="4006851" cy="2824829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A5B5C6-365A-4798-8EE3-9AAC1659E9D7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678363" y="1203324"/>
            <a:ext cx="4005264" cy="3425825"/>
          </a:xfrm>
        </p:spPr>
        <p:txBody>
          <a:bodyPr>
            <a:normAutofit/>
          </a:bodyPr>
          <a:lstStyle/>
          <a:p>
            <a:pPr marL="285750" indent="-2857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Using the ESP’s WIFI</a:t>
            </a: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We need to connect to a hotspot with internet access</a:t>
            </a: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We need a service provider to enable cloud activities such as</a:t>
            </a:r>
          </a:p>
          <a:p>
            <a:pPr marL="511175" lvl="1" indent="-2857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71C5"/>
                </a:solidFill>
              </a:rPr>
              <a:t>Control I/</a:t>
            </a:r>
            <a:r>
              <a:rPr lang="en-US" sz="1800" dirty="0" err="1">
                <a:solidFill>
                  <a:srgbClr val="0071C5"/>
                </a:solidFill>
              </a:rPr>
              <a:t>Os</a:t>
            </a:r>
            <a:endParaRPr lang="en-US" sz="1800" dirty="0">
              <a:solidFill>
                <a:srgbClr val="0071C5"/>
              </a:solidFill>
            </a:endParaRPr>
          </a:p>
          <a:p>
            <a:pPr marL="511175" lvl="1" indent="-2857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71C5"/>
                </a:solidFill>
              </a:rPr>
              <a:t>Get and push data to our ESP</a:t>
            </a: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There are many cloud service providers out there</a:t>
            </a: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I prefer using Blynk (more on the next slide)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CD3F10-262A-49AA-92F3-A28E2073C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868680"/>
          </a:xfrm>
        </p:spPr>
        <p:txBody>
          <a:bodyPr anchor="t">
            <a:normAutofit/>
          </a:bodyPr>
          <a:lstStyle/>
          <a:p>
            <a:pPr>
              <a:spcBef>
                <a:spcPts val="600"/>
              </a:spcBef>
            </a:pPr>
            <a:r>
              <a:rPr lang="en-US">
                <a:solidFill>
                  <a:srgbClr val="003C71"/>
                </a:solidFill>
              </a:rPr>
              <a:t>IOT – Controlling our ESP32 over the cloud</a:t>
            </a:r>
          </a:p>
        </p:txBody>
      </p:sp>
    </p:spTree>
    <p:extLst>
      <p:ext uri="{BB962C8B-B14F-4D97-AF65-F5344CB8AC3E}">
        <p14:creationId xmlns:p14="http://schemas.microsoft.com/office/powerpoint/2010/main" val="1185005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744C99-9A24-4D6F-8D3C-A4CB41E8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E2556C5-CE8C-6547-B838-EA80C61A4AF7}" type="slidenum">
              <a:rPr lang="en-US" smtClean="0"/>
              <a:pPr>
                <a:spcAft>
                  <a:spcPts val="600"/>
                </a:spcAft>
              </a:pPr>
              <a:t>47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CD3F10-262A-49AA-92F3-A28E2073C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868680"/>
          </a:xfrm>
        </p:spPr>
        <p:txBody>
          <a:bodyPr anchor="t">
            <a:normAutofit/>
          </a:bodyPr>
          <a:lstStyle/>
          <a:p>
            <a:pPr>
              <a:spcBef>
                <a:spcPts val="600"/>
              </a:spcBef>
            </a:pPr>
            <a:r>
              <a:rPr lang="en-US">
                <a:solidFill>
                  <a:srgbClr val="003C71"/>
                </a:solidFill>
              </a:rPr>
              <a:t>IOT – BLYNK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F4A606DE-A96D-6E18-05F9-7B62D19B07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129506"/>
              </p:ext>
            </p:extLst>
          </p:nvPr>
        </p:nvGraphicFramePr>
        <p:xfrm>
          <a:off x="455613" y="1203325"/>
          <a:ext cx="8228013" cy="34258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09890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AIS MQTT Broker | Maritime Data Systems">
            <a:extLst>
              <a:ext uri="{FF2B5EF4-FFF2-40B4-BE49-F238E27FC236}">
                <a16:creationId xmlns:a16="http://schemas.microsoft.com/office/drawing/2014/main" id="{3BE72C0A-C62F-4857-9181-BA5BE7DF64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46726" y="2574131"/>
            <a:ext cx="4050547" cy="2194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7FA5E7-104E-4A2F-B8FB-4AA17E61A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E2556C5-CE8C-6547-B838-EA80C61A4AF7}" type="slidenum">
              <a:rPr lang="en-US" smtClean="0"/>
              <a:pPr>
                <a:spcAft>
                  <a:spcPts val="600"/>
                </a:spcAft>
              </a:pPr>
              <a:t>48</a:t>
            </a:fld>
            <a:endParaRPr lang="en-US"/>
          </a:p>
        </p:txBody>
      </p:sp>
      <p:pic>
        <p:nvPicPr>
          <p:cNvPr id="4100" name="Picture 4" descr="MQTT - Smart Home Building Automation Software - ComfortClick bOS">
            <a:extLst>
              <a:ext uri="{FF2B5EF4-FFF2-40B4-BE49-F238E27FC236}">
                <a16:creationId xmlns:a16="http://schemas.microsoft.com/office/drawing/2014/main" id="{566060A3-283F-4A04-B476-699DE6797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08332" y="1203325"/>
            <a:ext cx="1701412" cy="1309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5" name="Content Placeholder 3">
            <a:extLst>
              <a:ext uri="{FF2B5EF4-FFF2-40B4-BE49-F238E27FC236}">
                <a16:creationId xmlns:a16="http://schemas.microsoft.com/office/drawing/2014/main" id="{5EF4010A-088E-5EED-686E-8787F9D9312A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678363" y="1203325"/>
            <a:ext cx="4005264" cy="1309290"/>
          </a:xfrm>
        </p:spPr>
        <p:txBody>
          <a:bodyPr>
            <a:normAutofit/>
          </a:bodyPr>
          <a:lstStyle/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/>
              <a:t>Needs a broker (we can setup our own very cheap!)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/>
              <a:t>ESP32 is the device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/>
              <a:t>Works all over the world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A8E3EC0-F9AB-422F-A9C1-6A06FBCA0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868680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rgbClr val="003C71"/>
                </a:solidFill>
              </a:rPr>
              <a:t>MQTT</a:t>
            </a:r>
          </a:p>
        </p:txBody>
      </p:sp>
    </p:spTree>
    <p:extLst>
      <p:ext uri="{BB962C8B-B14F-4D97-AF65-F5344CB8AC3E}">
        <p14:creationId xmlns:p14="http://schemas.microsoft.com/office/powerpoint/2010/main" val="196452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4" name="Picture 4" descr="LORIOT | LoRaWAN">
            <a:extLst>
              <a:ext uri="{FF2B5EF4-FFF2-40B4-BE49-F238E27FC236}">
                <a16:creationId xmlns:a16="http://schemas.microsoft.com/office/drawing/2014/main" id="{3BF7172E-5EAF-4E2C-B3D2-0093F026AB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65" b="32471"/>
          <a:stretch/>
        </p:blipFill>
        <p:spPr bwMode="auto">
          <a:xfrm>
            <a:off x="20" y="2574131"/>
            <a:ext cx="9143980" cy="2194719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7FA5E7-104E-4A2F-B8FB-4AA17E61A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E2556C5-CE8C-6547-B838-EA80C61A4AF7}" type="slidenum">
              <a:rPr lang="en-US" smtClean="0"/>
              <a:pPr>
                <a:spcAft>
                  <a:spcPts val="600"/>
                </a:spcAft>
              </a:pPr>
              <a:t>49</a:t>
            </a:fld>
            <a:endParaRPr lang="en-US"/>
          </a:p>
        </p:txBody>
      </p:sp>
      <p:pic>
        <p:nvPicPr>
          <p:cNvPr id="10242" name="Picture 2" descr="רשת לורה">
            <a:extLst>
              <a:ext uri="{FF2B5EF4-FFF2-40B4-BE49-F238E27FC236}">
                <a16:creationId xmlns:a16="http://schemas.microsoft.com/office/drawing/2014/main" id="{E02508E9-AF65-46E3-9F55-F2B5511BFE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05" r="-1" b="38862"/>
          <a:stretch/>
        </p:blipFill>
        <p:spPr bwMode="auto">
          <a:xfrm>
            <a:off x="455613" y="1203325"/>
            <a:ext cx="4006851" cy="130929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105" name="Content Placeholder 3">
            <a:extLst>
              <a:ext uri="{FF2B5EF4-FFF2-40B4-BE49-F238E27FC236}">
                <a16:creationId xmlns:a16="http://schemas.microsoft.com/office/drawing/2014/main" id="{5EF4010A-088E-5EED-686E-8787F9D9312A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678363" y="1203325"/>
            <a:ext cx="4005264" cy="1309290"/>
          </a:xfrm>
        </p:spPr>
        <p:txBody>
          <a:bodyPr>
            <a:normAutofit/>
          </a:bodyPr>
          <a:lstStyle/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100"/>
              <a:t>Long range 433-966 MHz point to point communication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100"/>
              <a:t>Up to 5KM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100"/>
              <a:t>Uses unique address (65K)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100"/>
              <a:t>SPI interface to ESP32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A8E3EC0-F9AB-422F-A9C1-6A06FBCA0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868680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rgbClr val="003C71"/>
                </a:solidFill>
              </a:rPr>
              <a:t>LoRa</a:t>
            </a:r>
          </a:p>
        </p:txBody>
      </p:sp>
    </p:spTree>
    <p:extLst>
      <p:ext uri="{BB962C8B-B14F-4D97-AF65-F5344CB8AC3E}">
        <p14:creationId xmlns:p14="http://schemas.microsoft.com/office/powerpoint/2010/main" val="2403660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9A27A7-9234-47EA-A4A8-B320B3C39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2E8747-7AF1-43FF-9D3C-96F769E5985E}"/>
              </a:ext>
            </a:extLst>
          </p:cNvPr>
          <p:cNvSpPr txBox="1"/>
          <p:nvPr/>
        </p:nvSpPr>
        <p:spPr>
          <a:xfrm>
            <a:off x="248572" y="695417"/>
            <a:ext cx="3775971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rtl="0"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1E4E79"/>
                </a:solidFill>
                <a:effectLst/>
                <a:latin typeface="Calibri" panose="020F0502020204030204" pitchFamily="34" charset="0"/>
              </a:rPr>
              <a:t>Tasks and Multi CPU</a:t>
            </a:r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r>
              <a:rPr lang="en-US" sz="1000" dirty="0" err="1">
                <a:effectLst/>
                <a:latin typeface="Calibri" panose="020F0502020204030204" pitchFamily="34" charset="0"/>
              </a:rPr>
              <a:t>TaskHandle_t</a:t>
            </a:r>
            <a:r>
              <a:rPr lang="en-US" sz="1000" dirty="0">
                <a:effectLst/>
                <a:latin typeface="Calibri" panose="020F0502020204030204" pitchFamily="34" charset="0"/>
              </a:rPr>
              <a:t> Task1;</a:t>
            </a:r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effectLst/>
                <a:latin typeface="Calibri" panose="020F0502020204030204" pitchFamily="34" charset="0"/>
              </a:rPr>
              <a:t> </a:t>
            </a:r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effectLst/>
                <a:latin typeface="Calibri" panose="020F0502020204030204" pitchFamily="34" charset="0"/>
              </a:rPr>
              <a:t>bool virtualPin1 = true, virtualPin2 = true;</a:t>
            </a:r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effectLst/>
                <a:latin typeface="Calibri" panose="020F0502020204030204" pitchFamily="34" charset="0"/>
              </a:rPr>
              <a:t> </a:t>
            </a:r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effectLst/>
                <a:latin typeface="Calibri" panose="020F0502020204030204" pitchFamily="34" charset="0"/>
              </a:rPr>
              <a:t>void Task1code(void * </a:t>
            </a:r>
            <a:r>
              <a:rPr lang="en-US" sz="1000" dirty="0" err="1">
                <a:effectLst/>
                <a:latin typeface="Calibri" panose="020F0502020204030204" pitchFamily="34" charset="0"/>
              </a:rPr>
              <a:t>pvParameters</a:t>
            </a:r>
            <a:r>
              <a:rPr lang="en-US" sz="1000" dirty="0">
                <a:effectLst/>
                <a:latin typeface="Calibri" panose="020F0502020204030204" pitchFamily="34" charset="0"/>
              </a:rPr>
              <a:t>)</a:t>
            </a:r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effectLst/>
                <a:latin typeface="Calibri" panose="020F0502020204030204" pitchFamily="34" charset="0"/>
              </a:rPr>
              <a:t>{</a:t>
            </a:r>
          </a:p>
          <a:p>
            <a:pPr marL="342900" marR="0" rtl="0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effectLst/>
                <a:latin typeface="Calibri" panose="020F0502020204030204" pitchFamily="34" charset="0"/>
              </a:rPr>
              <a:t>while (1)</a:t>
            </a:r>
          </a:p>
          <a:p>
            <a:pPr marL="342900" marR="0" rtl="0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effectLst/>
                <a:latin typeface="Calibri" panose="020F0502020204030204" pitchFamily="34" charset="0"/>
              </a:rPr>
              <a:t>{</a:t>
            </a:r>
          </a:p>
          <a:p>
            <a:pPr marL="685800" marR="0" rtl="0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effectLst/>
                <a:latin typeface="Calibri" panose="020F0502020204030204" pitchFamily="34" charset="0"/>
              </a:rPr>
              <a:t>virtualPin1 = true;</a:t>
            </a:r>
          </a:p>
          <a:p>
            <a:pPr marL="685800" marR="0" rtl="0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effectLst/>
                <a:latin typeface="Calibri" panose="020F0502020204030204" pitchFamily="34" charset="0"/>
              </a:rPr>
              <a:t>delay(1000);</a:t>
            </a:r>
          </a:p>
          <a:p>
            <a:pPr marL="685800" marR="0" rtl="0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effectLst/>
                <a:latin typeface="Calibri" panose="020F0502020204030204" pitchFamily="34" charset="0"/>
              </a:rPr>
              <a:t>virtualPin1 = false;</a:t>
            </a:r>
          </a:p>
          <a:p>
            <a:pPr marL="685800" marR="0" rtl="0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effectLst/>
                <a:latin typeface="Calibri" panose="020F0502020204030204" pitchFamily="34" charset="0"/>
              </a:rPr>
              <a:t>delay(1000);</a:t>
            </a:r>
          </a:p>
          <a:p>
            <a:pPr marL="342900" marR="0" rtl="0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effectLst/>
                <a:latin typeface="Calibri" panose="020F0502020204030204" pitchFamily="34" charset="0"/>
              </a:rPr>
              <a:t>}</a:t>
            </a:r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effectLst/>
                <a:latin typeface="Calibri" panose="020F0502020204030204" pitchFamily="34" charset="0"/>
              </a:rPr>
              <a:t>}</a:t>
            </a:r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effectLst/>
                <a:latin typeface="Calibri" panose="020F0502020204030204" pitchFamily="34" charset="0"/>
              </a:rPr>
              <a:t> </a:t>
            </a:r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effectLst/>
                <a:latin typeface="Calibri" panose="020F0502020204030204" pitchFamily="34" charset="0"/>
              </a:rPr>
              <a:t>// In Setup</a:t>
            </a:r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r>
              <a:rPr lang="en-US" sz="1000" dirty="0" err="1">
                <a:effectLst/>
                <a:latin typeface="Calibri" panose="020F0502020204030204" pitchFamily="34" charset="0"/>
              </a:rPr>
              <a:t>xTaskCreatePinnedToCore</a:t>
            </a:r>
            <a:r>
              <a:rPr lang="en-US" sz="1000" dirty="0">
                <a:effectLst/>
                <a:latin typeface="Calibri" panose="020F0502020204030204" pitchFamily="34" charset="0"/>
              </a:rPr>
              <a:t>(</a:t>
            </a:r>
          </a:p>
          <a:p>
            <a:pPr marL="685800" marR="0" rtl="0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effectLst/>
                <a:latin typeface="Calibri" panose="020F0502020204030204" pitchFamily="34" charset="0"/>
              </a:rPr>
              <a:t>Task1code, /* Task function. */</a:t>
            </a:r>
          </a:p>
          <a:p>
            <a:pPr marL="685800" marR="0" rtl="0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effectLst/>
                <a:latin typeface="Calibri" panose="020F0502020204030204" pitchFamily="34" charset="0"/>
              </a:rPr>
              <a:t>"Task1",   /* name of task. */</a:t>
            </a:r>
          </a:p>
          <a:p>
            <a:pPr marL="685800" marR="0" rtl="0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effectLst/>
                <a:latin typeface="Calibri" panose="020F0502020204030204" pitchFamily="34" charset="0"/>
              </a:rPr>
              <a:t>1000,     /* Stack size of task */</a:t>
            </a:r>
          </a:p>
          <a:p>
            <a:pPr marL="685800" marR="0" rtl="0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effectLst/>
                <a:latin typeface="Calibri" panose="020F0502020204030204" pitchFamily="34" charset="0"/>
              </a:rPr>
              <a:t>NULL,      /* parameter of the task */</a:t>
            </a:r>
          </a:p>
          <a:p>
            <a:pPr marL="685800" marR="0" rtl="0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effectLst/>
                <a:latin typeface="Calibri" panose="020F0502020204030204" pitchFamily="34" charset="0"/>
              </a:rPr>
              <a:t>5,         /* priority of the task */</a:t>
            </a:r>
          </a:p>
          <a:p>
            <a:pPr marL="685800" marR="0" rtl="0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effectLst/>
                <a:latin typeface="Calibri" panose="020F0502020204030204" pitchFamily="34" charset="0"/>
              </a:rPr>
              <a:t>&amp;Task1,    /* Task handle to keep track of created task */</a:t>
            </a:r>
          </a:p>
          <a:p>
            <a:pPr marL="685800" marR="0" rtl="0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effectLst/>
                <a:latin typeface="Calibri" panose="020F0502020204030204" pitchFamily="34" charset="0"/>
              </a:rPr>
              <a:t>0);        /* pin task to core 0 */</a:t>
            </a:r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effectLst/>
                <a:latin typeface="Calibri" panose="020F0502020204030204" pitchFamily="34" charset="0"/>
              </a:rPr>
              <a:t> </a:t>
            </a:r>
          </a:p>
        </p:txBody>
      </p:sp>
      <p:pic>
        <p:nvPicPr>
          <p:cNvPr id="5122" name="Picture 2" descr="The True Cost of Multitasking Isn't Productivity—It's Mental Health">
            <a:extLst>
              <a:ext uri="{FF2B5EF4-FFF2-40B4-BE49-F238E27FC236}">
                <a16:creationId xmlns:a16="http://schemas.microsoft.com/office/drawing/2014/main" id="{0BA902C1-07EB-4147-B053-A1A5DFCFCC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286825" y="1326097"/>
            <a:ext cx="4637472" cy="231873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09B746E0-2816-439B-9B0E-DB5FC3371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86569"/>
          </a:xfrm>
        </p:spPr>
        <p:txBody>
          <a:bodyPr/>
          <a:lstStyle/>
          <a:p>
            <a:r>
              <a:rPr lang="en-US" dirty="0"/>
              <a:t>Multi Tasks</a:t>
            </a:r>
          </a:p>
        </p:txBody>
      </p:sp>
    </p:spTree>
    <p:extLst>
      <p:ext uri="{BB962C8B-B14F-4D97-AF65-F5344CB8AC3E}">
        <p14:creationId xmlns:p14="http://schemas.microsoft.com/office/powerpoint/2010/main" val="46232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9A27A7-9234-47EA-A4A8-B320B3C39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9B746E0-2816-439B-9B0E-DB5FC3371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86569"/>
          </a:xfrm>
        </p:spPr>
        <p:txBody>
          <a:bodyPr/>
          <a:lstStyle/>
          <a:p>
            <a:r>
              <a:rPr lang="en-US" dirty="0"/>
              <a:t>Queues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554589-E974-4305-9017-75BE6CD31656}"/>
              </a:ext>
            </a:extLst>
          </p:cNvPr>
          <p:cNvSpPr txBox="1"/>
          <p:nvPr/>
        </p:nvSpPr>
        <p:spPr>
          <a:xfrm>
            <a:off x="168675" y="727969"/>
            <a:ext cx="4071892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rtl="0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1E4E79"/>
                </a:solidFill>
                <a:effectLst/>
                <a:latin typeface="Calibri" panose="020F0502020204030204" pitchFamily="34" charset="0"/>
              </a:rPr>
              <a:t>Queue</a:t>
            </a:r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r>
              <a:rPr lang="en-US" sz="1200" dirty="0" err="1">
                <a:effectLst/>
                <a:latin typeface="Calibri" panose="020F0502020204030204" pitchFamily="34" charset="0"/>
              </a:rPr>
              <a:t>QueueHandle_t</a:t>
            </a:r>
            <a:r>
              <a:rPr lang="en-US" sz="1200" dirty="0">
                <a:effectLst/>
                <a:latin typeface="Calibri" panose="020F0502020204030204" pitchFamily="34" charset="0"/>
              </a:rPr>
              <a:t> </a:t>
            </a:r>
            <a:r>
              <a:rPr lang="en-US" sz="1200" dirty="0" err="1">
                <a:effectLst/>
                <a:latin typeface="Calibri" panose="020F0502020204030204" pitchFamily="34" charset="0"/>
              </a:rPr>
              <a:t>vidQueue</a:t>
            </a:r>
            <a:r>
              <a:rPr lang="en-US" sz="1200" dirty="0">
                <a:effectLst/>
                <a:latin typeface="Calibri" panose="020F0502020204030204" pitchFamily="34" charset="0"/>
              </a:rPr>
              <a:t>;</a:t>
            </a:r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effectLst/>
                <a:latin typeface="Calibri" panose="020F0502020204030204" pitchFamily="34" charset="0"/>
              </a:rPr>
              <a:t> </a:t>
            </a:r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effectLst/>
                <a:latin typeface="Calibri" panose="020F0502020204030204" pitchFamily="34" charset="0"/>
              </a:rPr>
              <a:t>void Task(void *</a:t>
            </a:r>
            <a:r>
              <a:rPr lang="en-US" sz="1200" dirty="0" err="1">
                <a:effectLst/>
                <a:latin typeface="Calibri" panose="020F0502020204030204" pitchFamily="34" charset="0"/>
              </a:rPr>
              <a:t>arg</a:t>
            </a:r>
            <a:r>
              <a:rPr lang="en-US" sz="1200" dirty="0">
                <a:effectLst/>
                <a:latin typeface="Calibri" panose="020F0502020204030204" pitchFamily="34" charset="0"/>
              </a:rPr>
              <a:t>)</a:t>
            </a:r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effectLst/>
                <a:latin typeface="Calibri" panose="020F0502020204030204" pitchFamily="34" charset="0"/>
              </a:rPr>
              <a:t>{</a:t>
            </a:r>
          </a:p>
          <a:p>
            <a:pPr marL="342900" marR="0" rtl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effectLst/>
                <a:latin typeface="Calibri" panose="020F0502020204030204" pitchFamily="34" charset="0"/>
              </a:rPr>
              <a:t>while (1)</a:t>
            </a:r>
          </a:p>
          <a:p>
            <a:pPr marL="342900" marR="0" rtl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effectLst/>
                <a:latin typeface="Calibri" panose="020F0502020204030204" pitchFamily="34" charset="0"/>
              </a:rPr>
              <a:t>{</a:t>
            </a:r>
          </a:p>
          <a:p>
            <a:pPr marL="685800" marR="0" rtl="0">
              <a:spcBef>
                <a:spcPts val="0"/>
              </a:spcBef>
              <a:spcAft>
                <a:spcPts val="0"/>
              </a:spcAft>
            </a:pPr>
            <a:r>
              <a:rPr lang="en-US" sz="1200" dirty="0" err="1">
                <a:effectLst/>
                <a:latin typeface="Calibri" panose="020F0502020204030204" pitchFamily="34" charset="0"/>
              </a:rPr>
              <a:t>xQueueReceive</a:t>
            </a:r>
            <a:r>
              <a:rPr lang="en-US" sz="1200" dirty="0">
                <a:effectLst/>
                <a:latin typeface="Calibri" panose="020F0502020204030204" pitchFamily="34" charset="0"/>
              </a:rPr>
              <a:t>(</a:t>
            </a:r>
            <a:r>
              <a:rPr lang="en-US" sz="1200" dirty="0" err="1">
                <a:effectLst/>
                <a:latin typeface="Calibri" panose="020F0502020204030204" pitchFamily="34" charset="0"/>
              </a:rPr>
              <a:t>vidQueue</a:t>
            </a:r>
            <a:r>
              <a:rPr lang="en-US" sz="1200" dirty="0">
                <a:effectLst/>
                <a:latin typeface="Calibri" panose="020F0502020204030204" pitchFamily="34" charset="0"/>
              </a:rPr>
              <a:t>, &amp;param, </a:t>
            </a:r>
            <a:r>
              <a:rPr lang="en-US" sz="1200" dirty="0" err="1">
                <a:effectLst/>
                <a:latin typeface="Calibri" panose="020F0502020204030204" pitchFamily="34" charset="0"/>
              </a:rPr>
              <a:t>portMAX_DELAY</a:t>
            </a:r>
            <a:r>
              <a:rPr lang="en-US" sz="1200" dirty="0">
                <a:effectLst/>
                <a:latin typeface="Calibri" panose="020F0502020204030204" pitchFamily="34" charset="0"/>
              </a:rPr>
              <a:t>);</a:t>
            </a:r>
          </a:p>
          <a:p>
            <a:pPr marL="685800" marR="0" rtl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effectLst/>
                <a:latin typeface="Calibri" panose="020F0502020204030204" pitchFamily="34" charset="0"/>
              </a:rPr>
              <a:t>….Code will run if we get message on the queue</a:t>
            </a:r>
          </a:p>
          <a:p>
            <a:pPr marL="342900" marR="0" rtl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effectLst/>
                <a:latin typeface="Calibri" panose="020F0502020204030204" pitchFamily="34" charset="0"/>
              </a:rPr>
              <a:t>}</a:t>
            </a:r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effectLst/>
                <a:latin typeface="Calibri" panose="020F0502020204030204" pitchFamily="34" charset="0"/>
              </a:rPr>
              <a:t>}</a:t>
            </a:r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effectLst/>
                <a:latin typeface="Calibri" panose="020F0502020204030204" pitchFamily="34" charset="0"/>
              </a:rPr>
              <a:t> </a:t>
            </a:r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effectLst/>
                <a:latin typeface="Calibri" panose="020F0502020204030204" pitchFamily="34" charset="0"/>
              </a:rPr>
              <a:t>// Sender Code</a:t>
            </a:r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r>
              <a:rPr lang="en-US" sz="1200" dirty="0" err="1">
                <a:effectLst/>
                <a:latin typeface="Calibri" panose="020F0502020204030204" pitchFamily="34" charset="0"/>
              </a:rPr>
              <a:t>xQueueSend</a:t>
            </a:r>
            <a:r>
              <a:rPr lang="en-US" sz="1200" dirty="0">
                <a:effectLst/>
                <a:latin typeface="Calibri" panose="020F0502020204030204" pitchFamily="34" charset="0"/>
              </a:rPr>
              <a:t>(</a:t>
            </a:r>
            <a:r>
              <a:rPr lang="en-US" sz="1200" dirty="0" err="1">
                <a:effectLst/>
                <a:latin typeface="Calibri" panose="020F0502020204030204" pitchFamily="34" charset="0"/>
              </a:rPr>
              <a:t>vidQueue</a:t>
            </a:r>
            <a:r>
              <a:rPr lang="en-US" sz="1200" dirty="0">
                <a:effectLst/>
                <a:latin typeface="Calibri" panose="020F0502020204030204" pitchFamily="34" charset="0"/>
              </a:rPr>
              <a:t>, &amp;param, </a:t>
            </a:r>
            <a:r>
              <a:rPr lang="en-US" sz="1200" dirty="0" err="1">
                <a:effectLst/>
                <a:latin typeface="Calibri" panose="020F0502020204030204" pitchFamily="34" charset="0"/>
              </a:rPr>
              <a:t>portMAX_DELAY</a:t>
            </a:r>
            <a:r>
              <a:rPr lang="en-US" sz="1200" dirty="0">
                <a:effectLst/>
                <a:latin typeface="Calibri" panose="020F0502020204030204" pitchFamily="34" charset="0"/>
              </a:rPr>
              <a:t>);</a:t>
            </a:r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effectLst/>
                <a:latin typeface="Calibri" panose="020F0502020204030204" pitchFamily="34" charset="0"/>
              </a:rPr>
              <a:t> </a:t>
            </a:r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effectLst/>
                <a:latin typeface="Calibri" panose="020F0502020204030204" pitchFamily="34" charset="0"/>
              </a:rPr>
              <a:t>// In setup</a:t>
            </a:r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r>
              <a:rPr lang="en-US" sz="1200" dirty="0" err="1">
                <a:effectLst/>
                <a:latin typeface="Calibri" panose="020F0502020204030204" pitchFamily="34" charset="0"/>
              </a:rPr>
              <a:t>vidQueue</a:t>
            </a:r>
            <a:r>
              <a:rPr lang="en-US" sz="1200" dirty="0">
                <a:effectLst/>
                <a:latin typeface="Calibri" panose="020F0502020204030204" pitchFamily="34" charset="0"/>
              </a:rPr>
              <a:t> = </a:t>
            </a:r>
            <a:r>
              <a:rPr lang="en-US" sz="1200" dirty="0" err="1">
                <a:effectLst/>
                <a:latin typeface="Calibri" panose="020F0502020204030204" pitchFamily="34" charset="0"/>
              </a:rPr>
              <a:t>xQueueCreate</a:t>
            </a:r>
            <a:r>
              <a:rPr lang="en-US" sz="1200" dirty="0">
                <a:effectLst/>
                <a:latin typeface="Calibri" panose="020F0502020204030204" pitchFamily="34" charset="0"/>
              </a:rPr>
              <a:t>(1, </a:t>
            </a:r>
            <a:r>
              <a:rPr lang="en-US" sz="1200" dirty="0" err="1">
                <a:effectLst/>
                <a:latin typeface="Calibri" panose="020F0502020204030204" pitchFamily="34" charset="0"/>
              </a:rPr>
              <a:t>sizeof</a:t>
            </a:r>
            <a:r>
              <a:rPr lang="en-US" sz="1200" dirty="0">
                <a:effectLst/>
                <a:latin typeface="Calibri" panose="020F0502020204030204" pitchFamily="34" charset="0"/>
              </a:rPr>
              <a:t>(uint32_t*));</a:t>
            </a:r>
          </a:p>
        </p:txBody>
      </p:sp>
      <p:pic>
        <p:nvPicPr>
          <p:cNvPr id="6146" name="Picture 2" descr="Queues Exercises">
            <a:extLst>
              <a:ext uri="{FF2B5EF4-FFF2-40B4-BE49-F238E27FC236}">
                <a16:creationId xmlns:a16="http://schemas.microsoft.com/office/drawing/2014/main" id="{C7B96917-A007-4514-AAE1-481F2B2BF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2476" y="931069"/>
            <a:ext cx="2857500" cy="30099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4378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15537B-EBF1-40F0-884A-8C6B3D25F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DE3C098-505A-4287-AF6E-9C8601CEF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98406"/>
          </a:xfrm>
        </p:spPr>
        <p:txBody>
          <a:bodyPr/>
          <a:lstStyle/>
          <a:p>
            <a:r>
              <a:rPr lang="en-US" dirty="0"/>
              <a:t>Flash memory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3C8502-0B55-49F8-B4D8-C5B0CAC8D16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742765"/>
            <a:ext cx="8228012" cy="388638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Non volatile programable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Most common interface is SPI (1,4 or 8 bits)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Sector based (4KB, 8KB, 16KB, 64KB, 128KB) – ESP32’s flash sector size is 4KB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After erase the state of all erased bits is logic 1(0xFFFFFFFF)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We can set any bit to 0, but cannot set it back to 1 unless we </a:t>
            </a:r>
            <a:r>
              <a:rPr lang="en-US" sz="1400" b="1" dirty="0"/>
              <a:t>erase a complete sector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Sector can be erased around </a:t>
            </a:r>
            <a:r>
              <a:rPr lang="en-US" sz="1400" b="1" dirty="0"/>
              <a:t>100000</a:t>
            </a:r>
            <a:r>
              <a:rPr lang="en-US" sz="1400" dirty="0"/>
              <a:t> times!! That’s all!!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Erase operation is long (~10ms)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Not suitable serving a memory for counters (will stop functioning after 100000 time!)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Sectors can be protected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2118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AB084F-0E54-4D2D-A8C2-4B8484E39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C466EF-1FF9-4BDB-8C85-7D7364FD1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80651"/>
          </a:xfrm>
        </p:spPr>
        <p:txBody>
          <a:bodyPr/>
          <a:lstStyle/>
          <a:p>
            <a:r>
              <a:rPr lang="en-US" dirty="0" err="1"/>
              <a:t>EEprom</a:t>
            </a:r>
            <a:r>
              <a:rPr lang="en-US" dirty="0"/>
              <a:t> memory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2A3305-D4FA-4586-9996-D6366148BB1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689499"/>
            <a:ext cx="8228012" cy="393965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Small sizes (2KB to 64KB)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Size to price ratio is bad </a:t>
            </a:r>
            <a:r>
              <a:rPr lang="en-US" sz="1400" dirty="0">
                <a:sym typeface="Wingdings" panose="05000000000000000000" pitchFamily="2" charset="2"/>
              </a:rPr>
              <a:t>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ym typeface="Wingdings" panose="05000000000000000000" pitchFamily="2" charset="2"/>
              </a:rPr>
              <a:t>You can write to any byte any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ym typeface="Wingdings" panose="05000000000000000000" pitchFamily="2" charset="2"/>
              </a:rPr>
              <a:t>Most common interface is I2C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ym typeface="Wingdings" panose="05000000000000000000" pitchFamily="2" charset="2"/>
              </a:rPr>
              <a:t>Very slow and mostly used for saving configuration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ESP32’s EEPROM is emulated on the main flash and is occupying one sector (4KB)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How to use: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 err="1"/>
              <a:t>EEPROM.begin</a:t>
            </a:r>
            <a:r>
              <a:rPr lang="en-US" dirty="0"/>
              <a:t>(512);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// Size up to 4096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 err="1"/>
              <a:t>EEPROM.write</a:t>
            </a:r>
            <a:r>
              <a:rPr lang="en-US" dirty="0"/>
              <a:t>(12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/*Address*/,</a:t>
            </a:r>
            <a:r>
              <a:rPr lang="en-US" dirty="0"/>
              <a:t>100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/*Data*/</a:t>
            </a:r>
            <a:r>
              <a:rPr lang="en-US" dirty="0"/>
              <a:t>);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 err="1"/>
              <a:t>EEPROM.commit</a:t>
            </a:r>
            <a:r>
              <a:rPr lang="en-US" dirty="0"/>
              <a:t>();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// Save the data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43701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DB328D-40F2-4326-8FF4-0A162E388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1698A3-A394-428B-8CBD-3E53D3182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65709"/>
          </a:xfrm>
        </p:spPr>
        <p:txBody>
          <a:bodyPr/>
          <a:lstStyle/>
          <a:p>
            <a:r>
              <a:rPr lang="en-US" dirty="0"/>
              <a:t>ESP32 Flash memory Partitions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2905A3-79CC-40F4-BEDC-EE56872B52E5}"/>
              </a:ext>
            </a:extLst>
          </p:cNvPr>
          <p:cNvSpPr/>
          <p:nvPr/>
        </p:nvSpPr>
        <p:spPr>
          <a:xfrm>
            <a:off x="455613" y="1645170"/>
            <a:ext cx="1954717" cy="95037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Application partition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567001-EB11-47EF-978F-A5A894EC50B5}"/>
              </a:ext>
            </a:extLst>
          </p:cNvPr>
          <p:cNvSpPr/>
          <p:nvPr/>
        </p:nvSpPr>
        <p:spPr>
          <a:xfrm>
            <a:off x="455613" y="2595547"/>
            <a:ext cx="1954717" cy="950377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Application partition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E1156B-FA24-4821-AEA8-4C8EECD70864}"/>
              </a:ext>
            </a:extLst>
          </p:cNvPr>
          <p:cNvSpPr/>
          <p:nvPr/>
        </p:nvSpPr>
        <p:spPr>
          <a:xfrm>
            <a:off x="455613" y="3545925"/>
            <a:ext cx="1954717" cy="479684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SPIFFS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1EF68F-2A51-4F3F-84E9-81B46E66A79A}"/>
              </a:ext>
            </a:extLst>
          </p:cNvPr>
          <p:cNvSpPr txBox="1"/>
          <p:nvPr/>
        </p:nvSpPr>
        <p:spPr>
          <a:xfrm>
            <a:off x="2566228" y="2035719"/>
            <a:ext cx="953374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dirty="0">
                <a:solidFill>
                  <a:srgbClr val="003C71"/>
                </a:solidFill>
              </a:rPr>
              <a:t>1.2MB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4214E9-3627-4240-BC71-584D58DD9566}"/>
              </a:ext>
            </a:extLst>
          </p:cNvPr>
          <p:cNvSpPr txBox="1"/>
          <p:nvPr/>
        </p:nvSpPr>
        <p:spPr>
          <a:xfrm>
            <a:off x="2566228" y="2986096"/>
            <a:ext cx="953374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dirty="0">
                <a:solidFill>
                  <a:srgbClr val="003C71"/>
                </a:solidFill>
              </a:rPr>
              <a:t>1.2MB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763CD7-FEF2-4C51-B739-59B36D2B02BC}"/>
              </a:ext>
            </a:extLst>
          </p:cNvPr>
          <p:cNvSpPr txBox="1"/>
          <p:nvPr/>
        </p:nvSpPr>
        <p:spPr>
          <a:xfrm>
            <a:off x="2566228" y="3701128"/>
            <a:ext cx="953374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dirty="0">
                <a:solidFill>
                  <a:srgbClr val="003C71"/>
                </a:solidFill>
              </a:rPr>
              <a:t>1.5MB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B25B9B-2601-470C-AA61-E0BDC5580337}"/>
              </a:ext>
            </a:extLst>
          </p:cNvPr>
          <p:cNvSpPr txBox="1"/>
          <p:nvPr/>
        </p:nvSpPr>
        <p:spPr>
          <a:xfrm>
            <a:off x="455613" y="866431"/>
            <a:ext cx="2695319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C71"/>
                </a:solidFill>
              </a:rPr>
              <a:t>Partition table is flexible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3C71"/>
                </a:solidFill>
              </a:rPr>
              <a:t>Can be set through visual micro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1FB6151-F18E-444E-A545-A5AD7004C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5697" y="308848"/>
            <a:ext cx="4439516" cy="439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061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070F73-4B56-4ADE-8126-4EDB3A82F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C6F1DB-005B-4A01-886A-7787F8907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365709"/>
          </a:xfrm>
        </p:spPr>
        <p:txBody>
          <a:bodyPr/>
          <a:lstStyle/>
          <a:p>
            <a:r>
              <a:rPr lang="en-US" dirty="0"/>
              <a:t>SPIFFS – SPI flash system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55E2CB-43FE-48B1-BF67-853B391A11D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674557"/>
            <a:ext cx="8228012" cy="395459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Resides on the ESP32’s flash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 a data folder in the sketch folder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Upload it through visual micro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Files accessible in our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Look @ ESP32_SPIFFSdemo.ino</a:t>
            </a:r>
          </a:p>
          <a:p>
            <a:pPr marL="511175" lvl="1" indent="-285750">
              <a:buFont typeface="Arial" panose="020B0604020202020204" pitchFamily="34" charset="0"/>
              <a:buChar char="•"/>
            </a:pPr>
            <a:r>
              <a:rPr lang="en-US" dirty="0"/>
              <a:t>Copy the data folder into sketch folder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0CCE47-E1F7-4628-BC91-4B308D249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9157" y="253600"/>
            <a:ext cx="3459558" cy="19814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8F8B3C-80A8-4AC9-AC1C-54AF539BE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481" y="2430303"/>
            <a:ext cx="4183519" cy="2063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525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9A27A7-9234-47EA-A4A8-B320B3C39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9B746E0-2816-439B-9B0E-DB5FC3371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931" y="135968"/>
            <a:ext cx="8229600" cy="386569"/>
          </a:xfrm>
        </p:spPr>
        <p:txBody>
          <a:bodyPr/>
          <a:lstStyle/>
          <a:p>
            <a:r>
              <a:rPr lang="en-US" dirty="0"/>
              <a:t>File System - SPIFFS</a:t>
            </a:r>
          </a:p>
        </p:txBody>
      </p:sp>
      <p:pic>
        <p:nvPicPr>
          <p:cNvPr id="7170" name="Picture 2" descr="What is a Zip File?">
            <a:extLst>
              <a:ext uri="{FF2B5EF4-FFF2-40B4-BE49-F238E27FC236}">
                <a16:creationId xmlns:a16="http://schemas.microsoft.com/office/drawing/2014/main" id="{F77266D6-C972-412C-988A-E710E798FD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6989" y="1843537"/>
            <a:ext cx="2687228" cy="2015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E4868C-1CC4-493A-A334-E3112BBC5811}"/>
              </a:ext>
            </a:extLst>
          </p:cNvPr>
          <p:cNvSpPr txBox="1"/>
          <p:nvPr/>
        </p:nvSpPr>
        <p:spPr>
          <a:xfrm>
            <a:off x="192931" y="850714"/>
            <a:ext cx="552009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/>
              <a:t>void setup</a:t>
            </a:r>
            <a:r>
              <a:rPr lang="en-US" sz="800" dirty="0"/>
              <a:t>() {	// Launch SPIFFS file system  </a:t>
            </a:r>
          </a:p>
          <a:p>
            <a:r>
              <a:rPr lang="en-US" sz="800" dirty="0"/>
              <a:t>	if (!</a:t>
            </a:r>
            <a:r>
              <a:rPr lang="en-US" sz="800" dirty="0" err="1"/>
              <a:t>SPIFFS.begin</a:t>
            </a:r>
            <a:r>
              <a:rPr lang="en-US" sz="800" dirty="0"/>
              <a:t>()) </a:t>
            </a:r>
          </a:p>
          <a:p>
            <a:r>
              <a:rPr lang="en-US" sz="800" dirty="0"/>
              <a:t>	{</a:t>
            </a:r>
          </a:p>
          <a:p>
            <a:r>
              <a:rPr lang="en-US" sz="800" dirty="0"/>
              <a:t>		</a:t>
            </a:r>
            <a:r>
              <a:rPr lang="en-US" sz="800" dirty="0" err="1"/>
              <a:t>Serial.println</a:t>
            </a:r>
            <a:r>
              <a:rPr lang="en-US" sz="800" dirty="0"/>
              <a:t>("An Error has occurred while mounting SPIFFS");</a:t>
            </a:r>
          </a:p>
          <a:p>
            <a:r>
              <a:rPr lang="en-US" sz="800" dirty="0"/>
              <a:t>	}</a:t>
            </a:r>
          </a:p>
          <a:p>
            <a:r>
              <a:rPr lang="en-US" sz="800" dirty="0"/>
              <a:t>}</a:t>
            </a:r>
          </a:p>
          <a:p>
            <a:r>
              <a:rPr lang="en-US" sz="800" b="1" dirty="0"/>
              <a:t>void loop</a:t>
            </a:r>
            <a:r>
              <a:rPr lang="en-US" sz="800" dirty="0"/>
              <a:t>() {	</a:t>
            </a:r>
          </a:p>
          <a:p>
            <a:r>
              <a:rPr lang="en-US" sz="800" dirty="0"/>
              <a:t>	File </a:t>
            </a:r>
            <a:r>
              <a:rPr lang="en-US" sz="800" dirty="0" err="1"/>
              <a:t>file</a:t>
            </a:r>
            <a:r>
              <a:rPr lang="en-US" sz="800" dirty="0"/>
              <a:t> = </a:t>
            </a:r>
            <a:r>
              <a:rPr lang="en-US" sz="800" dirty="0" err="1"/>
              <a:t>SPIFFS.open</a:t>
            </a:r>
            <a:r>
              <a:rPr lang="en-US" sz="800" dirty="0"/>
              <a:t>("/TestFile.txt");</a:t>
            </a:r>
          </a:p>
          <a:p>
            <a:r>
              <a:rPr lang="en-US" sz="800" dirty="0"/>
              <a:t>	char </a:t>
            </a:r>
            <a:r>
              <a:rPr lang="en-US" sz="800" dirty="0" err="1"/>
              <a:t>buf</a:t>
            </a:r>
            <a:r>
              <a:rPr lang="en-US" sz="800" dirty="0"/>
              <a:t>[100];</a:t>
            </a:r>
          </a:p>
          <a:p>
            <a:r>
              <a:rPr lang="en-US" sz="800" dirty="0"/>
              <a:t>	int </a:t>
            </a:r>
            <a:r>
              <a:rPr lang="en-US" sz="800" dirty="0" err="1"/>
              <a:t>fileSize</a:t>
            </a:r>
            <a:r>
              <a:rPr lang="en-US" sz="800" dirty="0"/>
              <a:t>;</a:t>
            </a:r>
          </a:p>
          <a:p>
            <a:r>
              <a:rPr lang="en-US" sz="800" dirty="0"/>
              <a:t>	if (!file) </a:t>
            </a:r>
          </a:p>
          <a:p>
            <a:r>
              <a:rPr lang="en-US" sz="800" dirty="0"/>
              <a:t>	{</a:t>
            </a:r>
          </a:p>
          <a:p>
            <a:r>
              <a:rPr lang="en-US" sz="800" dirty="0"/>
              <a:t>		</a:t>
            </a:r>
            <a:r>
              <a:rPr lang="en-US" sz="800" dirty="0" err="1"/>
              <a:t>Serial.println</a:t>
            </a:r>
            <a:r>
              <a:rPr lang="en-US" sz="800" dirty="0"/>
              <a:t>("Failed to open file for reading");</a:t>
            </a:r>
          </a:p>
          <a:p>
            <a:r>
              <a:rPr lang="en-US" sz="800" dirty="0"/>
              <a:t>		while (1);</a:t>
            </a:r>
          </a:p>
          <a:p>
            <a:r>
              <a:rPr lang="en-US" sz="800" dirty="0"/>
              <a:t>	}</a:t>
            </a:r>
          </a:p>
          <a:p>
            <a:r>
              <a:rPr lang="en-US" sz="800" dirty="0"/>
              <a:t>	</a:t>
            </a:r>
            <a:r>
              <a:rPr lang="en-US" sz="800" dirty="0" err="1"/>
              <a:t>Serial.print</a:t>
            </a:r>
            <a:r>
              <a:rPr lang="en-US" sz="800" dirty="0"/>
              <a:t>("File size: ");</a:t>
            </a:r>
          </a:p>
          <a:p>
            <a:r>
              <a:rPr lang="en-US" sz="800" dirty="0"/>
              <a:t>	</a:t>
            </a:r>
            <a:r>
              <a:rPr lang="en-US" sz="800" dirty="0" err="1"/>
              <a:t>Serial.println</a:t>
            </a:r>
            <a:r>
              <a:rPr lang="en-US" sz="800" dirty="0"/>
              <a:t>(</a:t>
            </a:r>
            <a:r>
              <a:rPr lang="en-US" sz="800" dirty="0" err="1"/>
              <a:t>fileSize</a:t>
            </a:r>
            <a:r>
              <a:rPr lang="en-US" sz="800" dirty="0"/>
              <a:t> = </a:t>
            </a:r>
            <a:r>
              <a:rPr lang="en-US" sz="800" dirty="0" err="1"/>
              <a:t>file.size</a:t>
            </a:r>
            <a:r>
              <a:rPr lang="en-US" sz="800" dirty="0"/>
              <a:t>());</a:t>
            </a:r>
          </a:p>
          <a:p>
            <a:r>
              <a:rPr lang="en-US" sz="800" dirty="0"/>
              <a:t>	if (</a:t>
            </a:r>
            <a:r>
              <a:rPr lang="en-US" sz="800" dirty="0" err="1"/>
              <a:t>fileSize</a:t>
            </a:r>
            <a:r>
              <a:rPr lang="en-US" sz="800" dirty="0"/>
              <a:t> &lt; 100)</a:t>
            </a:r>
          </a:p>
          <a:p>
            <a:r>
              <a:rPr lang="en-US" sz="800" dirty="0"/>
              <a:t>	{</a:t>
            </a:r>
          </a:p>
          <a:p>
            <a:r>
              <a:rPr lang="en-US" sz="800" dirty="0"/>
              <a:t>		</a:t>
            </a:r>
            <a:r>
              <a:rPr lang="en-US" sz="800" dirty="0" err="1"/>
              <a:t>file.readBytes</a:t>
            </a:r>
            <a:r>
              <a:rPr lang="en-US" sz="800" dirty="0"/>
              <a:t>(</a:t>
            </a:r>
            <a:r>
              <a:rPr lang="en-US" sz="800" dirty="0" err="1"/>
              <a:t>buf</a:t>
            </a:r>
            <a:r>
              <a:rPr lang="en-US" sz="800" dirty="0"/>
              <a:t>, </a:t>
            </a:r>
            <a:r>
              <a:rPr lang="en-US" sz="800" dirty="0" err="1"/>
              <a:t>fileSize</a:t>
            </a:r>
            <a:r>
              <a:rPr lang="en-US" sz="800" dirty="0"/>
              <a:t>);</a:t>
            </a:r>
          </a:p>
          <a:p>
            <a:r>
              <a:rPr lang="en-US" sz="800" dirty="0"/>
              <a:t>		for (</a:t>
            </a:r>
            <a:r>
              <a:rPr lang="en-US" sz="800" dirty="0" err="1"/>
              <a:t>size_t</a:t>
            </a:r>
            <a:r>
              <a:rPr lang="en-US" sz="800" dirty="0"/>
              <a:t> i = 0; i &lt; </a:t>
            </a:r>
            <a:r>
              <a:rPr lang="en-US" sz="800" dirty="0" err="1"/>
              <a:t>fileSize</a:t>
            </a:r>
            <a:r>
              <a:rPr lang="en-US" sz="800" dirty="0"/>
              <a:t>; i++)</a:t>
            </a:r>
          </a:p>
          <a:p>
            <a:r>
              <a:rPr lang="en-US" sz="800" dirty="0"/>
              <a:t>		{</a:t>
            </a:r>
          </a:p>
          <a:p>
            <a:r>
              <a:rPr lang="en-US" sz="800" dirty="0"/>
              <a:t>			</a:t>
            </a:r>
            <a:r>
              <a:rPr lang="en-US" sz="800" dirty="0" err="1"/>
              <a:t>printf</a:t>
            </a:r>
            <a:r>
              <a:rPr lang="en-US" sz="800" dirty="0"/>
              <a:t>("%c", </a:t>
            </a:r>
            <a:r>
              <a:rPr lang="en-US" sz="800" dirty="0" err="1"/>
              <a:t>buf</a:t>
            </a:r>
            <a:r>
              <a:rPr lang="en-US" sz="800" dirty="0"/>
              <a:t>[i]);</a:t>
            </a:r>
          </a:p>
          <a:p>
            <a:r>
              <a:rPr lang="en-US" sz="800" dirty="0"/>
              <a:t>		}</a:t>
            </a:r>
          </a:p>
          <a:p>
            <a:r>
              <a:rPr lang="en-US" sz="800" dirty="0"/>
              <a:t>		</a:t>
            </a:r>
            <a:r>
              <a:rPr lang="en-US" sz="800" dirty="0" err="1"/>
              <a:t>printf</a:t>
            </a:r>
            <a:r>
              <a:rPr lang="en-US" sz="800" dirty="0"/>
              <a:t>("\n");</a:t>
            </a:r>
          </a:p>
          <a:p>
            <a:r>
              <a:rPr lang="en-US" sz="800" dirty="0"/>
              <a:t>	}</a:t>
            </a:r>
          </a:p>
          <a:p>
            <a:r>
              <a:rPr lang="en-US" sz="800" dirty="0"/>
              <a:t>	</a:t>
            </a:r>
            <a:r>
              <a:rPr lang="en-US" sz="800" dirty="0" err="1"/>
              <a:t>file.close</a:t>
            </a:r>
            <a:r>
              <a:rPr lang="en-US" sz="800" dirty="0"/>
              <a:t>();</a:t>
            </a:r>
          </a:p>
          <a:p>
            <a:r>
              <a:rPr lang="en-US" sz="800" dirty="0"/>
              <a:t>while (1);} </a:t>
            </a:r>
          </a:p>
        </p:txBody>
      </p:sp>
    </p:spTree>
    <p:extLst>
      <p:ext uri="{BB962C8B-B14F-4D97-AF65-F5344CB8AC3E}">
        <p14:creationId xmlns:p14="http://schemas.microsoft.com/office/powerpoint/2010/main" val="3034929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9A27A7-9234-47EA-A4A8-B320B3C39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2556C5-CE8C-6547-B838-EA80C61A4A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ntel Clear"/>
                <a:ea typeface="+mn-ea"/>
                <a:cs typeface="Intel Clear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l Clear"/>
              <a:ea typeface="+mn-ea"/>
              <a:cs typeface="Intel Clear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9B746E0-2816-439B-9B0E-DB5FC3371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931" y="135968"/>
            <a:ext cx="8229600" cy="386569"/>
          </a:xfrm>
        </p:spPr>
        <p:txBody>
          <a:bodyPr/>
          <a:lstStyle/>
          <a:p>
            <a:r>
              <a:rPr lang="en-US" dirty="0"/>
              <a:t>File System – SD card over SPI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554589-E974-4305-9017-75BE6CD31656}"/>
              </a:ext>
            </a:extLst>
          </p:cNvPr>
          <p:cNvSpPr txBox="1"/>
          <p:nvPr/>
        </p:nvSpPr>
        <p:spPr>
          <a:xfrm>
            <a:off x="5271487" y="1041850"/>
            <a:ext cx="29492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FAT32 full support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Possible to load new code from SD!</a:t>
            </a:r>
          </a:p>
        </p:txBody>
      </p:sp>
      <p:pic>
        <p:nvPicPr>
          <p:cNvPr id="7170" name="Picture 2" descr="What is a Zip File?">
            <a:extLst>
              <a:ext uri="{FF2B5EF4-FFF2-40B4-BE49-F238E27FC236}">
                <a16:creationId xmlns:a16="http://schemas.microsoft.com/office/drawing/2014/main" id="{F77266D6-C972-412C-988A-E710E798FD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6989" y="1843537"/>
            <a:ext cx="2687228" cy="2015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E4868C-1CC4-493A-A334-E3112BBC5811}"/>
              </a:ext>
            </a:extLst>
          </p:cNvPr>
          <p:cNvSpPr txBox="1"/>
          <p:nvPr/>
        </p:nvSpPr>
        <p:spPr>
          <a:xfrm>
            <a:off x="105894" y="628772"/>
            <a:ext cx="5520095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#include "</a:t>
            </a:r>
            <a:r>
              <a:rPr kumimoji="0" lang="en-US" sz="8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FS.h</a:t>
            </a: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#include "</a:t>
            </a:r>
            <a:r>
              <a:rPr kumimoji="0" lang="en-US" sz="8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SD.h</a:t>
            </a: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#include "PCF8574.h"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SPIClass</a:t>
            </a: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 </a:t>
            </a:r>
            <a:r>
              <a:rPr kumimoji="0" lang="en-US" sz="8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SDspi</a:t>
            </a: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(HSPI); // VSPI is used by LCD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bool </a:t>
            </a:r>
            <a:r>
              <a:rPr kumimoji="0" lang="en-US" sz="8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SDmountOK</a:t>
            </a: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PCF8574 pcf8574(0x21);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ntel Clear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// the setup function runs once when you press reset or power the board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void </a:t>
            </a: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setup</a:t>
            </a: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() {	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prstClr val="black"/>
                </a:solidFill>
                <a:latin typeface="Intel Clear"/>
              </a:rPr>
              <a:t>	</a:t>
            </a:r>
            <a:r>
              <a:rPr kumimoji="0" lang="en-US" sz="8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Serial.begin</a:t>
            </a: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(115200);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	pcf8574.begin();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	pcf8574.pinMode(P0, OUTPUT); // SD CS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ntel Clear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	pcf8574.digitalWrite(P0, LOW); // Set SD card chip select to low (enabled)	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	</a:t>
            </a:r>
            <a:r>
              <a:rPr kumimoji="0" lang="en-US" sz="8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SDspi.begin</a:t>
            </a: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(15, 36, 13, -1);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	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	if (!</a:t>
            </a:r>
            <a:r>
              <a:rPr kumimoji="0" lang="en-US" sz="8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SD.begin</a:t>
            </a: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(50, </a:t>
            </a:r>
            <a:r>
              <a:rPr kumimoji="0" lang="en-US" sz="8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SDspi</a:t>
            </a: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, 1000000, "/</a:t>
            </a:r>
            <a:r>
              <a:rPr kumimoji="0" lang="en-US" sz="8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sd</a:t>
            </a: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", 5))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	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		</a:t>
            </a:r>
            <a:r>
              <a:rPr kumimoji="0" lang="en-US" sz="8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printf</a:t>
            </a: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("Failed to mount SD card!\n");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		</a:t>
            </a:r>
            <a:r>
              <a:rPr kumimoji="0" lang="en-US" sz="8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SDmountOK</a:t>
            </a: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 = false;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	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	else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	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		</a:t>
            </a:r>
            <a:r>
              <a:rPr kumimoji="0" lang="en-US" sz="8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printf</a:t>
            </a: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("SD card mounted on VSPI.\n");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		</a:t>
            </a:r>
            <a:r>
              <a:rPr kumimoji="0" lang="en-US" sz="8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SDmountOK</a:t>
            </a: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 = true;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	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}// the loop function runs over and over again until power down or reset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void </a:t>
            </a: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loop</a:t>
            </a: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() {	if (</a:t>
            </a:r>
            <a:r>
              <a:rPr kumimoji="0" lang="en-US" sz="8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SDmountOK</a:t>
            </a: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	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		</a:t>
            </a:r>
            <a:r>
              <a:rPr kumimoji="0" lang="en-US" sz="8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listSDcardFiles</a:t>
            </a: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("/");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	}	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while (1);} </a:t>
            </a:r>
          </a:p>
        </p:txBody>
      </p:sp>
    </p:spTree>
    <p:extLst>
      <p:ext uri="{BB962C8B-B14F-4D97-AF65-F5344CB8AC3E}">
        <p14:creationId xmlns:p14="http://schemas.microsoft.com/office/powerpoint/2010/main" val="2969800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2E32657-CEB3-4C52-9CB4-08C887DF6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2260088"/>
            <a:ext cx="7772400" cy="1021556"/>
          </a:xfrm>
        </p:spPr>
        <p:txBody>
          <a:bodyPr anchor="b">
            <a:normAutofit/>
          </a:bodyPr>
          <a:lstStyle/>
          <a:p>
            <a:r>
              <a:rPr lang="en-US"/>
              <a:t>OTA (Over the air update)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136E3A-1B50-457F-A868-F03A71527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5613" y="3348787"/>
            <a:ext cx="7772400" cy="1125140"/>
          </a:xfrm>
        </p:spPr>
        <p:txBody>
          <a:bodyPr anchor="t">
            <a:normAutofit fontScale="77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Possible to update the FW directly from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GIT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SD Card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Directly from a PC using Web Server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8194" name="Picture 2" descr="Over The Air – MyriadRF">
            <a:extLst>
              <a:ext uri="{FF2B5EF4-FFF2-40B4-BE49-F238E27FC236}">
                <a16:creationId xmlns:a16="http://schemas.microsoft.com/office/drawing/2014/main" id="{4D240EFD-785B-472E-A376-BEA3ABD11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31866" y="1"/>
            <a:ext cx="5280268" cy="2574131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13652224-F068-43C4-9513-3FAC78A817E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872352" y="4824387"/>
            <a:ext cx="2133600" cy="273844"/>
          </a:xfrm>
        </p:spPr>
        <p:txBody>
          <a:bodyPr/>
          <a:lstStyle/>
          <a:p>
            <a:pPr>
              <a:spcAft>
                <a:spcPts val="600"/>
              </a:spcAft>
            </a:pPr>
            <a:fld id="{EE2556C5-CE8C-6547-B838-EA80C61A4AF7}" type="slidenum">
              <a:rPr lang="en-US" smtClean="0"/>
              <a:pPr>
                <a:spcAft>
                  <a:spcPts val="600"/>
                </a:spcAft>
              </a:pPr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618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40CFCF-F001-4EE6-9C65-09F02A900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72352" y="4824387"/>
            <a:ext cx="2133600" cy="273844"/>
          </a:xfrm>
        </p:spPr>
        <p:txBody>
          <a:bodyPr anchor="ctr">
            <a:norm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EE2556C5-CE8C-6547-B838-EA80C61A4A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ntel Clear"/>
                <a:ea typeface="+mn-ea"/>
                <a:cs typeface="Intel Clear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ntel Clear"/>
              <a:ea typeface="+mn-ea"/>
              <a:cs typeface="Intel Clear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E51CA8-717B-4C35-A534-6CC1C2CF4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308848"/>
            <a:ext cx="8229600" cy="868680"/>
          </a:xfrm>
        </p:spPr>
        <p:txBody>
          <a:bodyPr anchor="t">
            <a:normAutofit/>
          </a:bodyPr>
          <a:lstStyle/>
          <a:p>
            <a:r>
              <a:rPr lang="en-US" dirty="0"/>
              <a:t>Useful information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5F661F96-7926-81F9-09E4-AE4CB9ED1C4B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010287835"/>
              </p:ext>
            </p:extLst>
          </p:nvPr>
        </p:nvGraphicFramePr>
        <p:xfrm>
          <a:off x="457201" y="858837"/>
          <a:ext cx="8228012" cy="34258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21886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1B5C0B-92F2-42BD-B0E8-FE52EF6C8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60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96AC7B0-749A-48A5-90EE-3D3C6B1D332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9994" y="3961781"/>
            <a:ext cx="8228012" cy="769823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GPIO2 - Strapping pin - </a:t>
            </a:r>
            <a:r>
              <a:rPr lang="en-US" sz="1200" b="1" dirty="0"/>
              <a:t>will not load</a:t>
            </a:r>
            <a:r>
              <a:rPr lang="en-US" sz="1200" dirty="0"/>
              <a:t> </a:t>
            </a:r>
            <a:r>
              <a:rPr lang="en-US" sz="1200" b="1" dirty="0"/>
              <a:t>FW</a:t>
            </a:r>
            <a:r>
              <a:rPr lang="en-US" sz="1200" dirty="0"/>
              <a:t> if pulled down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GPIO12 - Strapping pin - </a:t>
            </a:r>
            <a:r>
              <a:rPr lang="en-US" sz="1200" b="1" dirty="0"/>
              <a:t>will not boot</a:t>
            </a:r>
            <a:r>
              <a:rPr lang="en-US" sz="1200" dirty="0"/>
              <a:t> if pulled high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GPIO34-39 can only be set as input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ADC2 pins cannot be used when Wi-Fi is used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DD5A03C-F7CB-4352-A684-55D13D7149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5073" y="0"/>
            <a:ext cx="6513853" cy="3738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6583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4152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Int_PPT Template_ClearPro_16x9">
  <a:themeElements>
    <a:clrScheme name="Intel Color Palette">
      <a:dk1>
        <a:sysClr val="windowText" lastClr="000000"/>
      </a:dk1>
      <a:lt1>
        <a:sysClr val="window" lastClr="FFFFFF"/>
      </a:lt1>
      <a:dk2>
        <a:srgbClr val="003C71"/>
      </a:dk2>
      <a:lt2>
        <a:srgbClr val="B1BABF"/>
      </a:lt2>
      <a:accent1>
        <a:srgbClr val="0071C5"/>
      </a:accent1>
      <a:accent2>
        <a:srgbClr val="00AEEF"/>
      </a:accent2>
      <a:accent3>
        <a:srgbClr val="F3D54E"/>
      </a:accent3>
      <a:accent4>
        <a:srgbClr val="FFA300"/>
      </a:accent4>
      <a:accent5>
        <a:srgbClr val="FC4C02"/>
      </a:accent5>
      <a:accent6>
        <a:srgbClr val="C3D600"/>
      </a:accent6>
      <a:hlink>
        <a:srgbClr val="0071C5"/>
      </a:hlink>
      <a:folHlink>
        <a:srgbClr val="00AEEF"/>
      </a:folHlink>
    </a:clrScheme>
    <a:fontScheme name="Intel Clear">
      <a:majorFont>
        <a:latin typeface="Intel Clear"/>
        <a:ea typeface=""/>
        <a:cs typeface=""/>
      </a:majorFont>
      <a:minorFont>
        <a:latin typeface="Intel Cle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0" tIns="0" rIns="0" bIns="0" rtlCol="0">
        <a:spAutoFit/>
      </a:bodyPr>
      <a:lstStyle>
        <a:defPPr>
          <a:defRPr sz="1100" dirty="0" err="1" smtClean="0">
            <a:solidFill>
              <a:srgbClr val="003C7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5040-14_HPC_2H18_PPT_v0.2.pptx" id="{7470C74A-D7C8-47AC-A1D4-415D12B61414}" vid="{497F966E-8469-4AF9-BF35-3D3A7641C986}"/>
    </a:ext>
  </a:extLst>
</a:theme>
</file>

<file path=ppt/theme/theme2.xml><?xml version="1.0" encoding="utf-8"?>
<a:theme xmlns:a="http://schemas.openxmlformats.org/drawingml/2006/main" name="1_Int_PPT Template_ClearPro_16x9">
  <a:themeElements>
    <a:clrScheme name="Intel Color Palette">
      <a:dk1>
        <a:sysClr val="windowText" lastClr="000000"/>
      </a:dk1>
      <a:lt1>
        <a:sysClr val="window" lastClr="FFFFFF"/>
      </a:lt1>
      <a:dk2>
        <a:srgbClr val="003C71"/>
      </a:dk2>
      <a:lt2>
        <a:srgbClr val="B1BABF"/>
      </a:lt2>
      <a:accent1>
        <a:srgbClr val="0071C5"/>
      </a:accent1>
      <a:accent2>
        <a:srgbClr val="00AEEF"/>
      </a:accent2>
      <a:accent3>
        <a:srgbClr val="F3D54E"/>
      </a:accent3>
      <a:accent4>
        <a:srgbClr val="FFA300"/>
      </a:accent4>
      <a:accent5>
        <a:srgbClr val="FC4C02"/>
      </a:accent5>
      <a:accent6>
        <a:srgbClr val="C3D600"/>
      </a:accent6>
      <a:hlink>
        <a:srgbClr val="0071C5"/>
      </a:hlink>
      <a:folHlink>
        <a:srgbClr val="00AEEF"/>
      </a:folHlink>
    </a:clrScheme>
    <a:fontScheme name="Intel Clear">
      <a:majorFont>
        <a:latin typeface="Intel Clear"/>
        <a:ea typeface=""/>
        <a:cs typeface=""/>
      </a:majorFont>
      <a:minorFont>
        <a:latin typeface="Intel Cle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0" tIns="0" rIns="0" bIns="0" rtlCol="0">
        <a:spAutoFit/>
      </a:bodyPr>
      <a:lstStyle>
        <a:defPPr>
          <a:defRPr sz="1100" dirty="0" err="1" smtClean="0">
            <a:solidFill>
              <a:srgbClr val="003C7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5040-14_HPC_2H18_PPT_v0.2.pptx" id="{7470C74A-D7C8-47AC-A1D4-415D12B61414}" vid="{E2EF9F45-09E2-46BE-BF2F-0219EF15023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2h2018-hpc-event-playbook-powerpoint-template</Template>
  <TotalTime>0</TotalTime>
  <Words>3591</Words>
  <Application>Microsoft Office PowerPoint</Application>
  <PresentationFormat>On-screen Show (16:9)</PresentationFormat>
  <Paragraphs>578</Paragraphs>
  <Slides>61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61</vt:i4>
      </vt:variant>
    </vt:vector>
  </HeadingPairs>
  <TitlesOfParts>
    <vt:vector size="69" baseType="lpstr">
      <vt:lpstr>Arial</vt:lpstr>
      <vt:lpstr>Calibri</vt:lpstr>
      <vt:lpstr>Intel Clear</vt:lpstr>
      <vt:lpstr>Intel Clear Pro</vt:lpstr>
      <vt:lpstr>Verdana</vt:lpstr>
      <vt:lpstr>Wingdings</vt:lpstr>
      <vt:lpstr>Int_PPT Template_ClearPro_16x9</vt:lpstr>
      <vt:lpstr>1_Int_PPT Template_ClearPro_16x9</vt:lpstr>
      <vt:lpstr>intel’s makers community ESP32 for advanced makers</vt:lpstr>
      <vt:lpstr>My targets for this course</vt:lpstr>
      <vt:lpstr>Agenda</vt:lpstr>
      <vt:lpstr>What is an ESP32?</vt:lpstr>
      <vt:lpstr>Main features …</vt:lpstr>
      <vt:lpstr>PowerPoint Presentation</vt:lpstr>
      <vt:lpstr>PowerPoint Presentation</vt:lpstr>
      <vt:lpstr>Device driver</vt:lpstr>
      <vt:lpstr>Getting started with a driver</vt:lpstr>
      <vt:lpstr>HAL \ API</vt:lpstr>
      <vt:lpstr>Communication options</vt:lpstr>
      <vt:lpstr>Basic communication protocols</vt:lpstr>
      <vt:lpstr>RS232 - UART</vt:lpstr>
      <vt:lpstr>Configuration of RS232</vt:lpstr>
      <vt:lpstr>End to end example</vt:lpstr>
      <vt:lpstr>I2C Protocol (Inter-Integrated Circuit)</vt:lpstr>
      <vt:lpstr>I2C wave form</vt:lpstr>
      <vt:lpstr>I2C multiple Read\Write</vt:lpstr>
      <vt:lpstr>Repeated Start Condition</vt:lpstr>
      <vt:lpstr>I2C Clock Stretching</vt:lpstr>
      <vt:lpstr>Accessing an EEPROM</vt:lpstr>
      <vt:lpstr>I2C Code example</vt:lpstr>
      <vt:lpstr>SPI - Serial Peripheral Interface </vt:lpstr>
      <vt:lpstr>SPI Working modes</vt:lpstr>
      <vt:lpstr>Read\Write (From flash memory) – 1 bit </vt:lpstr>
      <vt:lpstr>Read\Write (From flash memory) – 4 bit</vt:lpstr>
      <vt:lpstr>ESP32’s Communication ports units</vt:lpstr>
      <vt:lpstr>Wi-fi basics</vt:lpstr>
      <vt:lpstr>Communication options</vt:lpstr>
      <vt:lpstr>Wi-fi basics: our esp32 </vt:lpstr>
      <vt:lpstr>HTML</vt:lpstr>
      <vt:lpstr>webserver</vt:lpstr>
      <vt:lpstr>Webserver – what can we do with it?</vt:lpstr>
      <vt:lpstr>Webserver – workflow</vt:lpstr>
      <vt:lpstr>Webserver – Init code</vt:lpstr>
      <vt:lpstr>Webserver – INIT code</vt:lpstr>
      <vt:lpstr>Webserver – html data</vt:lpstr>
      <vt:lpstr>Webserver – html data</vt:lpstr>
      <vt:lpstr>How does it looks like…</vt:lpstr>
      <vt:lpstr>Webserver – handle the client</vt:lpstr>
      <vt:lpstr>Webserver – processing incoming data</vt:lpstr>
      <vt:lpstr>Multicast DNS</vt:lpstr>
      <vt:lpstr>No mdns on Android so… (buy an iPhone  or)</vt:lpstr>
      <vt:lpstr>PowerPoint Presentation</vt:lpstr>
      <vt:lpstr>Esp-now </vt:lpstr>
      <vt:lpstr>IOT – Controlling our ESP32 over the cloud</vt:lpstr>
      <vt:lpstr>IOT – BLYNK</vt:lpstr>
      <vt:lpstr>MQTT</vt:lpstr>
      <vt:lpstr>LoRa</vt:lpstr>
      <vt:lpstr>Multi Tasks</vt:lpstr>
      <vt:lpstr>Queues</vt:lpstr>
      <vt:lpstr>Flash memory</vt:lpstr>
      <vt:lpstr>EEprom memory</vt:lpstr>
      <vt:lpstr>ESP32 Flash memory Partitions</vt:lpstr>
      <vt:lpstr>SPIFFS – SPI flash system</vt:lpstr>
      <vt:lpstr>File System - SPIFFS</vt:lpstr>
      <vt:lpstr>File System – SD card over SPI</vt:lpstr>
      <vt:lpstr>OTA (Over the air update)</vt:lpstr>
      <vt:lpstr>Useful information</vt:lpstr>
      <vt:lpstr>PowerPoint Presentation</vt:lpstr>
      <vt:lpstr>PowerPoint Presentation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>CTPClassification=CTP_NT</cp:keywords>
  <cp:lastModifiedBy/>
  <cp:revision>1</cp:revision>
  <dcterms:created xsi:type="dcterms:W3CDTF">2019-01-09T10:17:12Z</dcterms:created>
  <dcterms:modified xsi:type="dcterms:W3CDTF">2024-05-15T12:41:17Z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8fe81c37-8eff-4c5b-bc02-9bf0e84d8565</vt:lpwstr>
  </property>
  <property fmtid="{D5CDD505-2E9C-101B-9397-08002B2CF9AE}" pid="3" name="CTP_TimeStamp">
    <vt:lpwstr>2020-02-24 20:08:21Z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